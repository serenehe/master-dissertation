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Arial Black"/>
      <p:regular r:id="rId22"/>
    </p:embeddedFont>
    <p:embeddedFont>
      <p:font typeface="Stardos Stencil"/>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928">
          <p15:clr>
            <a:srgbClr val="000000"/>
          </p15:clr>
        </p15:guide>
        <p15:guide id="2" orient="horz" pos="4911">
          <p15:clr>
            <a:srgbClr val="000000"/>
          </p15:clr>
        </p15:guide>
        <p15:guide id="3" orient="horz" pos="1208">
          <p15:clr>
            <a:srgbClr val="000000"/>
          </p15:clr>
        </p15:guide>
        <p15:guide id="4" orient="horz" pos="292">
          <p15:clr>
            <a:srgbClr val="000000"/>
          </p15:clr>
        </p15:guide>
        <p15:guide id="5" orient="horz" pos="5506">
          <p15:clr>
            <a:srgbClr val="000000"/>
          </p15:clr>
        </p15:guide>
        <p15:guide id="6" orient="horz" pos="2254">
          <p15:clr>
            <a:srgbClr val="000000"/>
          </p15:clr>
        </p15:guide>
        <p15:guide id="7" orient="horz" pos="4086">
          <p15:clr>
            <a:srgbClr val="000000"/>
          </p15:clr>
        </p15:guide>
        <p15:guide id="8" orient="horz" pos="2750">
          <p15:clr>
            <a:srgbClr val="000000"/>
          </p15:clr>
        </p15:guide>
        <p15:guide id="9" pos="630">
          <p15:clr>
            <a:srgbClr val="000000"/>
          </p15:clr>
        </p15:guide>
        <p15:guide id="10" pos="9596">
          <p15:clr>
            <a:srgbClr val="000000"/>
          </p15:clr>
        </p15:guide>
        <p15:guide id="11" pos="5086">
          <p15:clr>
            <a:srgbClr val="000000"/>
          </p15:clr>
        </p15:guide>
        <p15:guide id="12" pos="300">
          <p15:clr>
            <a:srgbClr val="000000"/>
          </p15:clr>
        </p15:guide>
        <p15:guide id="13" pos="7133">
          <p15:clr>
            <a:srgbClr val="000000"/>
          </p15:clr>
        </p15:guide>
        <p15:guide id="14" pos="3738">
          <p15:clr>
            <a:srgbClr val="000000"/>
          </p15:clr>
        </p15:guide>
      </p15:sldGuideLst>
    </p:ext>
    <p:ext uri="GoogleSlidesCustomDataVersion2">
      <go:slidesCustomData xmlns:go="http://customooxmlschemas.google.com/" r:id="rId25" roundtripDataSignature="AMtx7miMOaIfOw4ONPvzXnm8Tw3QrZC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928" orient="horz"/>
        <p:guide pos="4911" orient="horz"/>
        <p:guide pos="1208" orient="horz"/>
        <p:guide pos="292" orient="horz"/>
        <p:guide pos="5506" orient="horz"/>
        <p:guide pos="2254" orient="horz"/>
        <p:guide pos="4086" orient="horz"/>
        <p:guide pos="2750" orient="horz"/>
        <p:guide pos="630"/>
        <p:guide pos="9596"/>
        <p:guide pos="5086"/>
        <p:guide pos="300"/>
        <p:guide pos="7133"/>
        <p:guide pos="373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ArialBlack-regular.fntdata"/><Relationship Id="rId21" Type="http://schemas.openxmlformats.org/officeDocument/2006/relationships/slide" Target="slides/slide16.xml"/><Relationship Id="rId24" Type="http://schemas.openxmlformats.org/officeDocument/2006/relationships/font" Target="fonts/StardosStencil-bold.fntdata"/><Relationship Id="rId23" Type="http://schemas.openxmlformats.org/officeDocument/2006/relationships/font" Target="fonts/StardosStencil-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chemeClr val="dk1"/>
                </a:solidFill>
                <a:latin typeface="Arial"/>
                <a:ea typeface="Arial"/>
                <a:cs typeface="Arial"/>
                <a:sym typeface="Arial"/>
              </a:rPr>
              <a:t>Hello, everyone. Welcome to my presentation. I‘m Xiaoyu He. For my master’s thesis, I analysed the underlying trend of data set of half-hour records in two substations( Albion St and Arnside), which contains electricity demand series between 2009 and 2015. We used the R package tseries and timeSeries, and presented my dissertation by LaTex. </a:t>
            </a:r>
            <a:endParaRPr b="1" sz="1200">
              <a:solidFill>
                <a:schemeClr val="dk1"/>
              </a:solidFill>
              <a:latin typeface="Arial"/>
              <a:ea typeface="Arial"/>
              <a:cs typeface="Arial"/>
              <a:sym typeface="Arial"/>
            </a:endParaRPr>
          </a:p>
        </p:txBody>
      </p:sp>
      <p:sp>
        <p:nvSpPr>
          <p:cNvPr id="102" name="Google Shape;102;p1: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103" name="Google Shape;10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Today I will focus on these three aspects: </a:t>
            </a:r>
            <a:r>
              <a:rPr b="1" lang="en-US" sz="1200">
                <a:solidFill>
                  <a:schemeClr val="dk1"/>
                </a:solidFill>
                <a:latin typeface="Microsoft Yahei"/>
                <a:ea typeface="Microsoft Yahei"/>
                <a:cs typeface="Microsoft Yahei"/>
                <a:sym typeface="Microsoft Yahei"/>
              </a:rPr>
              <a:t>Processes of</a:t>
            </a:r>
            <a:r>
              <a:rPr b="1" lang="en-US" sz="1200">
                <a:solidFill>
                  <a:schemeClr val="dk1"/>
                </a:solidFill>
                <a:latin typeface="Microsoft Yahei"/>
                <a:ea typeface="Microsoft Yahei"/>
                <a:cs typeface="Microsoft Yahei"/>
                <a:sym typeface="Microsoft Yahei"/>
              </a:rPr>
              <a:t> </a:t>
            </a:r>
            <a:r>
              <a:rPr b="1" lang="en-US" sz="1200">
                <a:solidFill>
                  <a:schemeClr val="dk1"/>
                </a:solidFill>
                <a:latin typeface="Microsoft Yahei"/>
                <a:ea typeface="Microsoft Yahei"/>
                <a:cs typeface="Microsoft Yahei"/>
                <a:sym typeface="Microsoft Yahei"/>
              </a:rPr>
              <a:t>Modelling, Fourier Series and Spectrum Analysis , Prospects of Method Application. </a:t>
            </a:r>
            <a:endParaRPr/>
          </a:p>
          <a:p>
            <a:pPr indent="-228600" lvl="0" marL="228600" marR="0" rtl="0" algn="l">
              <a:lnSpc>
                <a:spcPct val="100000"/>
              </a:lnSpc>
              <a:spcBef>
                <a:spcPts val="360"/>
              </a:spcBef>
              <a:spcAft>
                <a:spcPts val="0"/>
              </a:spcAft>
              <a:buClr>
                <a:schemeClr val="dk1"/>
              </a:buClr>
              <a:buSzPts val="1200"/>
              <a:buFont typeface="Arial"/>
              <a:buNone/>
            </a:pPr>
            <a:r>
              <a:t/>
            </a:r>
            <a:endParaRPr b="1" sz="1200">
              <a:solidFill>
                <a:schemeClr val="dk1"/>
              </a:solidFill>
              <a:latin typeface="Microsoft Yahei"/>
              <a:ea typeface="Microsoft Yahei"/>
              <a:cs typeface="Microsoft Yahei"/>
              <a:sym typeface="Microsoft Yahei"/>
            </a:endParaRPr>
          </a:p>
        </p:txBody>
      </p:sp>
      <p:sp>
        <p:nvSpPr>
          <p:cNvPr id="116" name="Google Shape;116;p2: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117" name="Google Shape;11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3: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138" name="Google Shape;1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
        <p:nvSpPr>
          <p:cNvPr id="139" name="Google Shape;139;p3:notes"/>
          <p:cNvSpPr txBox="1"/>
          <p:nvPr>
            <p:ph idx="1" type="body"/>
          </p:nvPr>
        </p:nvSpPr>
        <p:spPr>
          <a:xfrm>
            <a:off x="662016" y="3931500"/>
            <a:ext cx="5296132" cy="32166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At</a:t>
            </a:r>
            <a:r>
              <a:rPr lang="en-US" sz="1200">
                <a:solidFill>
                  <a:schemeClr val="dk1"/>
                </a:solidFill>
                <a:latin typeface="Arial"/>
                <a:ea typeface="Arial"/>
                <a:cs typeface="Arial"/>
                <a:sym typeface="Arial"/>
              </a:rPr>
              <a:t> first, in the </a:t>
            </a:r>
            <a:r>
              <a:rPr b="1" lang="en-US" sz="1200">
                <a:solidFill>
                  <a:schemeClr val="dk1"/>
                </a:solidFill>
                <a:latin typeface="Microsoft Yahei"/>
                <a:ea typeface="Microsoft Yahei"/>
                <a:cs typeface="Microsoft Yahei"/>
                <a:sym typeface="Microsoft Yahei"/>
              </a:rPr>
              <a:t>Modelling Processes t</a:t>
            </a:r>
            <a:r>
              <a:rPr lang="en-US" sz="1200">
                <a:solidFill>
                  <a:schemeClr val="dk1"/>
                </a:solidFill>
                <a:latin typeface="Arial"/>
                <a:ea typeface="Arial"/>
                <a:cs typeface="Arial"/>
                <a:sym typeface="Arial"/>
              </a:rPr>
              <a:t>o examine the underlying trend of data set, I simulated </a:t>
            </a:r>
            <a:r>
              <a:rPr b="1" lang="en-US" sz="1200">
                <a:solidFill>
                  <a:srgbClr val="FF0000"/>
                </a:solidFill>
                <a:latin typeface="Arial"/>
                <a:ea typeface="Arial"/>
                <a:cs typeface="Arial"/>
                <a:sym typeface="Arial"/>
              </a:rPr>
              <a:t>A Trigonometric Regression with SARMA Residuals in p</a:t>
            </a:r>
            <a:r>
              <a:rPr b="1" lang="en-US" sz="1200">
                <a:solidFill>
                  <a:schemeClr val="dk1"/>
                </a:solidFill>
                <a:latin typeface="Microsoft Yahei"/>
                <a:ea typeface="Microsoft Yahei"/>
                <a:cs typeface="Microsoft Yahei"/>
                <a:sym typeface="Microsoft Yahei"/>
              </a:rPr>
              <a:t>rocesses of modelling.</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Left is the steps that I did on</a:t>
            </a:r>
            <a:r>
              <a:rPr lang="en-US" sz="2000">
                <a:solidFill>
                  <a:schemeClr val="dk1"/>
                </a:solidFill>
                <a:latin typeface="Arial"/>
                <a:ea typeface="Arial"/>
                <a:cs typeface="Arial"/>
                <a:sym typeface="Arial"/>
              </a:rPr>
              <a:t> </a:t>
            </a:r>
            <a:r>
              <a:rPr lang="en-US" sz="2000">
                <a:solidFill>
                  <a:schemeClr val="dk1"/>
                </a:solidFill>
                <a:latin typeface="Arial"/>
                <a:ea typeface="Arial"/>
                <a:cs typeface="Arial"/>
                <a:sym typeface="Arial"/>
              </a:rPr>
              <a:t>Modelling Process, and right is thee flowchart of my analyses for electricity demand series</a:t>
            </a:r>
            <a:r>
              <a:rPr lang="en-US" sz="2000">
                <a:solidFill>
                  <a:schemeClr val="dk1"/>
                </a:solidFill>
                <a:latin typeface="Arial"/>
                <a:ea typeface="Arial"/>
                <a:cs typeface="Arial"/>
                <a:sym typeface="Arial"/>
              </a:rPr>
              <a:t> </a:t>
            </a:r>
            <a:r>
              <a:rPr lang="en-US" sz="2000">
                <a:solidFill>
                  <a:schemeClr val="dk1"/>
                </a:solidFill>
                <a:latin typeface="Arial"/>
                <a:ea typeface="Arial"/>
                <a:cs typeface="Arial"/>
                <a:sym typeface="Arial"/>
              </a:rPr>
              <a:t>at both of</a:t>
            </a:r>
            <a:r>
              <a:rPr lang="en-US" sz="2000">
                <a:solidFill>
                  <a:schemeClr val="dk1"/>
                </a:solidFill>
                <a:latin typeface="Arial"/>
                <a:ea typeface="Arial"/>
                <a:cs typeface="Arial"/>
                <a:sym typeface="Arial"/>
              </a:rPr>
              <a:t> </a:t>
            </a:r>
            <a:r>
              <a:rPr lang="en-US" sz="2000">
                <a:solidFill>
                  <a:schemeClr val="dk1"/>
                </a:solidFill>
                <a:latin typeface="Arial"/>
                <a:ea typeface="Arial"/>
                <a:cs typeface="Arial"/>
                <a:sym typeface="Arial"/>
              </a:rPr>
              <a:t>Albion St and Arnside.</a:t>
            </a:r>
            <a:endParaRPr/>
          </a:p>
          <a:p>
            <a:pPr indent="0" lvl="0" marL="0" marR="0" rtl="0" algn="l">
              <a:lnSpc>
                <a:spcPct val="100000"/>
              </a:lnSpc>
              <a:spcBef>
                <a:spcPts val="600"/>
              </a:spcBef>
              <a:spcAft>
                <a:spcPts val="0"/>
              </a:spcAft>
              <a:buClr>
                <a:schemeClr val="dk1"/>
              </a:buClr>
              <a:buSzPts val="2000"/>
              <a:buFont typeface="Arial"/>
              <a:buNone/>
            </a:pPr>
            <a:r>
              <a:rPr lang="en-US" sz="2000">
                <a:solidFill>
                  <a:schemeClr val="dk1"/>
                </a:solidFill>
                <a:latin typeface="Arial"/>
                <a:ea typeface="Arial"/>
                <a:cs typeface="Arial"/>
                <a:sym typeface="Arial"/>
              </a:rPr>
              <a:t>I</a:t>
            </a:r>
            <a:r>
              <a:rPr lang="en-US" sz="2000">
                <a:solidFill>
                  <a:schemeClr val="dk1"/>
                </a:solidFill>
                <a:latin typeface="Arial"/>
                <a:ea typeface="Arial"/>
                <a:cs typeface="Arial"/>
                <a:sym typeface="Arial"/>
              </a:rPr>
              <a:t> was working with a focus </a:t>
            </a:r>
            <a:r>
              <a:rPr lang="en-US" sz="2000">
                <a:solidFill>
                  <a:schemeClr val="dk1"/>
                </a:solidFill>
                <a:latin typeface="Arial"/>
                <a:ea typeface="Arial"/>
                <a:cs typeface="Arial"/>
                <a:sym typeface="Arial"/>
              </a:rPr>
              <a:t>on investigation of stationarity by</a:t>
            </a:r>
            <a:r>
              <a:rPr lang="en-US" sz="2000">
                <a:solidFill>
                  <a:schemeClr val="dk1"/>
                </a:solidFill>
                <a:latin typeface="Arial"/>
                <a:ea typeface="Arial"/>
                <a:cs typeface="Arial"/>
                <a:sym typeface="Arial"/>
              </a:rPr>
              <a:t> </a:t>
            </a:r>
            <a:r>
              <a:rPr lang="en-US" sz="2000">
                <a:solidFill>
                  <a:schemeClr val="dk1"/>
                </a:solidFill>
                <a:latin typeface="Arial"/>
                <a:ea typeface="Arial"/>
                <a:cs typeface="Arial"/>
                <a:sym typeface="Arial"/>
              </a:rPr>
              <a:t>visualization of the Time Series and tests, Fitting a Trigonometric</a:t>
            </a:r>
            <a:r>
              <a:rPr lang="en-US" sz="2000">
                <a:solidFill>
                  <a:schemeClr val="dk1"/>
                </a:solidFill>
                <a:latin typeface="Arial"/>
                <a:ea typeface="Arial"/>
                <a:cs typeface="Arial"/>
                <a:sym typeface="Arial"/>
              </a:rPr>
              <a:t> </a:t>
            </a:r>
            <a:r>
              <a:rPr lang="en-US" sz="2000">
                <a:solidFill>
                  <a:schemeClr val="dk1"/>
                </a:solidFill>
                <a:latin typeface="Arial"/>
                <a:ea typeface="Arial"/>
                <a:cs typeface="Arial"/>
                <a:sym typeface="Arial"/>
              </a:rPr>
              <a:t>Regression Model,</a:t>
            </a:r>
            <a:r>
              <a:rPr lang="en-US" sz="2000">
                <a:solidFill>
                  <a:schemeClr val="dk1"/>
                </a:solidFill>
                <a:latin typeface="Arial"/>
                <a:ea typeface="Arial"/>
                <a:cs typeface="Arial"/>
                <a:sym typeface="Arial"/>
              </a:rPr>
              <a:t> and </a:t>
            </a:r>
            <a:r>
              <a:rPr lang="en-US" sz="2000">
                <a:solidFill>
                  <a:schemeClr val="dk1"/>
                </a:solidFill>
                <a:latin typeface="Arial"/>
                <a:ea typeface="Arial"/>
                <a:cs typeface="Arial"/>
                <a:sym typeface="Arial"/>
              </a:rPr>
              <a:t>Finding</a:t>
            </a:r>
            <a:r>
              <a:rPr lang="en-US" sz="2000">
                <a:solidFill>
                  <a:schemeClr val="dk1"/>
                </a:solidFill>
                <a:latin typeface="Arial"/>
                <a:ea typeface="Arial"/>
                <a:cs typeface="Arial"/>
                <a:sym typeface="Arial"/>
              </a:rPr>
              <a:t> t</a:t>
            </a:r>
            <a:r>
              <a:rPr lang="en-US" sz="2000">
                <a:solidFill>
                  <a:schemeClr val="dk1"/>
                </a:solidFill>
                <a:latin typeface="Arial"/>
                <a:ea typeface="Arial"/>
                <a:cs typeface="Arial"/>
                <a:sym typeface="Arial"/>
              </a:rPr>
              <a:t>he optimal Seasonal ARMA Modelling For the Residuals.</a:t>
            </a:r>
            <a:endParaRPr sz="20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Microsoft Yahei"/>
              <a:buNone/>
            </a:pPr>
            <a:r>
              <a:rPr b="0" lang="en-US" sz="1200">
                <a:solidFill>
                  <a:schemeClr val="dk1"/>
                </a:solidFill>
                <a:latin typeface="Microsoft Yahei"/>
                <a:ea typeface="Microsoft Yahei"/>
                <a:cs typeface="Microsoft Yahei"/>
                <a:sym typeface="Microsoft Yahei"/>
              </a:rPr>
              <a:t>These are the Visualizations for</a:t>
            </a:r>
            <a:r>
              <a:rPr b="0" lang="en-US" sz="1200">
                <a:solidFill>
                  <a:schemeClr val="dk1"/>
                </a:solidFill>
                <a:latin typeface="Microsoft Yahei"/>
                <a:ea typeface="Microsoft Yahei"/>
                <a:cs typeface="Microsoft Yahei"/>
                <a:sym typeface="Microsoft Yahei"/>
              </a:rPr>
              <a:t> both of </a:t>
            </a:r>
            <a:r>
              <a:rPr b="0" lang="en-US" sz="1200">
                <a:solidFill>
                  <a:schemeClr val="dk1"/>
                </a:solidFill>
                <a:latin typeface="Arial"/>
                <a:ea typeface="Arial"/>
                <a:cs typeface="Arial"/>
                <a:sym typeface="Arial"/>
              </a:rPr>
              <a:t>Albion St and Arnside.</a:t>
            </a:r>
            <a:endParaRPr b="0" sz="1200">
              <a:solidFill>
                <a:schemeClr val="dk1"/>
              </a:solidFill>
              <a:latin typeface="Arial"/>
              <a:ea typeface="Arial"/>
              <a:cs typeface="Arial"/>
              <a:sym typeface="Arial"/>
            </a:endParaRPr>
          </a:p>
          <a:p>
            <a:pPr indent="0" lvl="0" marL="0" marR="0" rtl="0" algn="l">
              <a:spcBef>
                <a:spcPts val="360"/>
              </a:spcBef>
              <a:spcAft>
                <a:spcPts val="0"/>
              </a:spcAft>
              <a:buNone/>
            </a:pPr>
            <a:r>
              <a:rPr b="0" lang="en-US" sz="1200">
                <a:solidFill>
                  <a:schemeClr val="dk1"/>
                </a:solidFill>
                <a:latin typeface="Arial"/>
                <a:ea typeface="Arial"/>
                <a:cs typeface="Arial"/>
                <a:sym typeface="Arial"/>
              </a:rPr>
              <a:t>Taken Albion St as an example, </a:t>
            </a:r>
            <a:r>
              <a:rPr lang="en-US" sz="1200">
                <a:solidFill>
                  <a:schemeClr val="dk1"/>
                </a:solidFill>
                <a:latin typeface="Arial"/>
                <a:ea typeface="Arial"/>
                <a:cs typeface="Arial"/>
                <a:sym typeface="Arial"/>
              </a:rPr>
              <a:t>I substituted NA with the mean 6.72 and visualized the replaced time series on the </a:t>
            </a:r>
            <a:r>
              <a:rPr b="1" lang="en-US" sz="1200">
                <a:solidFill>
                  <a:srgbClr val="FF0000"/>
                </a:solidFill>
                <a:latin typeface="Arial"/>
                <a:ea typeface="Arial"/>
                <a:cs typeface="Arial"/>
                <a:sym typeface="Arial"/>
              </a:rPr>
              <a:t>upper left plot</a:t>
            </a:r>
            <a:r>
              <a:rPr lang="en-US" sz="1200">
                <a:solidFill>
                  <a:schemeClr val="dk1"/>
                </a:solidFill>
                <a:latin typeface="Arial"/>
                <a:ea typeface="Arial"/>
                <a:cs typeface="Arial"/>
                <a:sym typeface="Arial"/>
              </a:rPr>
              <a:t>, which shows fluctuation of the</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time series. The most interesting aspect of this graph is that the demand for electricity touched two lower points in May and June and varies in an annual period, which indicated the significant practice of the seasonal adjusted process. Besides, the decreasing or increasing trends were not obvious in the plot, thereby instead of using linear regression, a trigonometric regression was modelled for the electricity demand at the BspAlb.</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l">
              <a:spcBef>
                <a:spcPts val="360"/>
              </a:spcBef>
              <a:spcAft>
                <a:spcPts val="0"/>
              </a:spcAft>
              <a:buNone/>
            </a:pPr>
            <a:r>
              <a:rPr lang="en-US" sz="1200">
                <a:solidFill>
                  <a:schemeClr val="dk1"/>
                </a:solidFill>
                <a:latin typeface="Arial"/>
                <a:ea typeface="Arial"/>
                <a:cs typeface="Arial"/>
                <a:sym typeface="Arial"/>
              </a:rPr>
              <a:t>Moreover, for investigating stationarity I used the autocorrelation function (ACF) and the partial autocorrelation function (PACF) plots shown as the </a:t>
            </a:r>
            <a:r>
              <a:rPr b="1" lang="en-US" sz="1200">
                <a:solidFill>
                  <a:schemeClr val="dk1"/>
                </a:solidFill>
                <a:latin typeface="Arial"/>
                <a:ea typeface="Arial"/>
                <a:cs typeface="Arial"/>
                <a:sym typeface="Arial"/>
              </a:rPr>
              <a:t>right</a:t>
            </a:r>
            <a:r>
              <a:rPr lang="en-US" sz="1200">
                <a:solidFill>
                  <a:schemeClr val="dk1"/>
                </a:solidFill>
                <a:latin typeface="Arial"/>
                <a:ea typeface="Arial"/>
                <a:cs typeface="Arial"/>
                <a:sym typeface="Arial"/>
              </a:rPr>
              <a:t>. The</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ACF plot does not appear an exponential decay, which demonstrates that the autocorrelations of the consecutive lags of the BspAlb series are formally dependent. Hence, the electricity demand at BspAlb is a periodic but </a:t>
            </a:r>
            <a:r>
              <a:rPr b="1" lang="en-US" sz="1200">
                <a:solidFill>
                  <a:schemeClr val="dk1"/>
                </a:solidFill>
                <a:latin typeface="Arial"/>
                <a:ea typeface="Arial"/>
                <a:cs typeface="Arial"/>
                <a:sym typeface="Arial"/>
              </a:rPr>
              <a:t>non-stationary </a:t>
            </a:r>
            <a:r>
              <a:rPr lang="en-US" sz="1200">
                <a:solidFill>
                  <a:schemeClr val="dk1"/>
                </a:solidFill>
                <a:latin typeface="Arial"/>
                <a:ea typeface="Arial"/>
                <a:cs typeface="Arial"/>
                <a:sym typeface="Arial"/>
              </a:rPr>
              <a:t>time series. From this perspective, the priority of my study was stabilising the time series by a seasonal adjustment process as well as discovering seasonal frequencies. </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l">
              <a:spcBef>
                <a:spcPts val="360"/>
              </a:spcBef>
              <a:spcAft>
                <a:spcPts val="0"/>
              </a:spcAft>
              <a:buNone/>
            </a:pPr>
            <a:r>
              <a:rPr lang="en-US" sz="1200">
                <a:solidFill>
                  <a:schemeClr val="dk1"/>
                </a:solidFill>
                <a:latin typeface="Arial"/>
                <a:ea typeface="Arial"/>
                <a:cs typeface="Arial"/>
                <a:sym typeface="Arial"/>
              </a:rPr>
              <a:t>From the ACF plot, the correlations are periodic with a circle of 48 dots or one day, which indicates the periodicities of the BspAlb series are no less than 48 dots. On the other hand, through analyses of time plots, it was appropriate to assume that the cycles are shorter than a week.</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l">
              <a:spcBef>
                <a:spcPts val="360"/>
              </a:spcBef>
              <a:spcAft>
                <a:spcPts val="0"/>
              </a:spcAft>
              <a:buNone/>
            </a:pPr>
            <a:r>
              <a:rPr lang="en-US" sz="1200">
                <a:solidFill>
                  <a:schemeClr val="dk1"/>
                </a:solidFill>
                <a:latin typeface="Arial"/>
                <a:ea typeface="Arial"/>
                <a:cs typeface="Arial"/>
                <a:sym typeface="Arial"/>
              </a:rPr>
              <a:t>Hence, a trigonometric regression model with a weekly periodic variation including 48∗7 dots was fitted for the BspAlb series.</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p:txBody>
      </p:sp>
      <p:sp>
        <p:nvSpPr>
          <p:cNvPr id="159" name="Google Shape;159;p5: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160" name="Google Shape;16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Therefore, I decided</a:t>
            </a:r>
            <a:r>
              <a:rPr lang="en-US" sz="1200">
                <a:solidFill>
                  <a:schemeClr val="dk1"/>
                </a:solidFill>
                <a:latin typeface="Arial"/>
                <a:ea typeface="Arial"/>
                <a:cs typeface="Arial"/>
                <a:sym typeface="Arial"/>
              </a:rPr>
              <a:t> fitting</a:t>
            </a:r>
            <a:r>
              <a:rPr lang="en-US" sz="1200">
                <a:solidFill>
                  <a:schemeClr val="dk1"/>
                </a:solidFill>
                <a:latin typeface="Arial"/>
                <a:ea typeface="Arial"/>
                <a:cs typeface="Arial"/>
                <a:sym typeface="Arial"/>
              </a:rPr>
              <a:t> a trigonometric regression model by using sine and cosine variables</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with harmonic frequencies ωi,</a:t>
            </a:r>
            <a:r>
              <a:rPr lang="en-US" sz="1200">
                <a:solidFill>
                  <a:schemeClr val="dk1"/>
                </a:solidFill>
                <a:latin typeface="Arial"/>
                <a:ea typeface="Arial"/>
                <a:cs typeface="Arial"/>
                <a:sym typeface="Arial"/>
              </a:rPr>
              <a:t> that </a:t>
            </a:r>
            <a:r>
              <a:rPr lang="en-US" sz="1200">
                <a:solidFill>
                  <a:schemeClr val="dk1"/>
                </a:solidFill>
                <a:latin typeface="Arial"/>
                <a:ea typeface="Arial"/>
                <a:cs typeface="Arial"/>
                <a:sym typeface="Arial"/>
              </a:rPr>
              <a:t>was formalized as </a:t>
            </a:r>
            <a:r>
              <a:rPr b="1" lang="en-US" sz="1200">
                <a:solidFill>
                  <a:schemeClr val="dk1"/>
                </a:solidFill>
                <a:latin typeface="Arial"/>
                <a:ea typeface="Arial"/>
                <a:cs typeface="Arial"/>
                <a:sym typeface="Arial"/>
              </a:rPr>
              <a:t>2</a:t>
            </a:r>
            <a:r>
              <a:rPr b="1" lang="en-US" sz="1200">
                <a:solidFill>
                  <a:schemeClr val="dk1"/>
                </a:solidFill>
                <a:latin typeface="Arial"/>
                <a:ea typeface="Arial"/>
                <a:cs typeface="Arial"/>
                <a:sym typeface="Arial"/>
              </a:rPr>
              <a:t> pai multiple </a:t>
            </a:r>
            <a:r>
              <a:rPr b="1" lang="en-US" sz="1200">
                <a:solidFill>
                  <a:schemeClr val="dk1"/>
                </a:solidFill>
                <a:latin typeface="Arial"/>
                <a:ea typeface="Arial"/>
                <a:cs typeface="Arial"/>
                <a:sym typeface="Arial"/>
              </a:rPr>
              <a:t>the frequencies f</a:t>
            </a:r>
            <a:r>
              <a:rPr lang="en-US" sz="1200">
                <a:solidFill>
                  <a:schemeClr val="dk1"/>
                </a:solidFill>
                <a:latin typeface="Arial"/>
                <a:ea typeface="Arial"/>
                <a:cs typeface="Arial"/>
                <a:sym typeface="Arial"/>
              </a:rPr>
              <a:t>, and </a:t>
            </a:r>
            <a:r>
              <a:rPr b="1" lang="en-US" sz="1200">
                <a:solidFill>
                  <a:schemeClr val="dk1"/>
                </a:solidFill>
                <a:latin typeface="Arial"/>
                <a:ea typeface="Arial"/>
                <a:cs typeface="Arial"/>
                <a:sym typeface="Arial"/>
              </a:rPr>
              <a:t>notifiably where S in</a:t>
            </a:r>
            <a:r>
              <a:rPr b="1" lang="en-US" sz="1200">
                <a:solidFill>
                  <a:schemeClr val="dk1"/>
                </a:solidFill>
                <a:latin typeface="Arial"/>
                <a:ea typeface="Arial"/>
                <a:cs typeface="Arial"/>
                <a:sym typeface="Arial"/>
              </a:rPr>
              <a:t> f </a:t>
            </a:r>
            <a:r>
              <a:rPr b="1" lang="en-US" sz="1200">
                <a:solidFill>
                  <a:schemeClr val="dk1"/>
                </a:solidFill>
                <a:latin typeface="Arial"/>
                <a:ea typeface="Arial"/>
                <a:cs typeface="Arial"/>
                <a:sym typeface="Arial"/>
              </a:rPr>
              <a:t>represents the period, the number of the dot in a period was 48 ∗ 7 for the BspAlb series.</a:t>
            </a:r>
            <a:endParaRPr/>
          </a:p>
          <a:p>
            <a:pPr indent="0" lvl="0" marL="0" marR="0" rtl="0" algn="l">
              <a:spcBef>
                <a:spcPts val="360"/>
              </a:spcBef>
              <a:spcAft>
                <a:spcPts val="0"/>
              </a:spcAft>
              <a:buNone/>
            </a:pPr>
            <a:r>
              <a:rPr lang="en-US" sz="1200">
                <a:solidFill>
                  <a:schemeClr val="dk1"/>
                </a:solidFill>
                <a:latin typeface="Arial"/>
                <a:ea typeface="Arial"/>
                <a:cs typeface="Arial"/>
                <a:sym typeface="Arial"/>
              </a:rPr>
              <a:t> </a:t>
            </a:r>
            <a:endParaRPr/>
          </a:p>
          <a:p>
            <a:pPr indent="0" lvl="0" marL="0" marR="0" rtl="0" algn="l">
              <a:spcBef>
                <a:spcPts val="360"/>
              </a:spcBef>
              <a:spcAft>
                <a:spcPts val="0"/>
              </a:spcAft>
              <a:buNone/>
            </a:pPr>
            <a:r>
              <a:rPr lang="en-US" sz="1200">
                <a:solidFill>
                  <a:schemeClr val="dk1"/>
                </a:solidFill>
                <a:latin typeface="Microsoft Yahei"/>
                <a:ea typeface="Microsoft Yahei"/>
                <a:cs typeface="Microsoft Yahei"/>
                <a:sym typeface="Microsoft Yahei"/>
              </a:rPr>
              <a:t>Given that cos(0) = 1 and sin(0) = 0 these terms were counted into the </a:t>
            </a:r>
            <a:r>
              <a:rPr b="1" lang="en-US" sz="1200">
                <a:solidFill>
                  <a:schemeClr val="dk1"/>
                </a:solidFill>
                <a:latin typeface="Microsoft Yahei"/>
                <a:ea typeface="Microsoft Yahei"/>
                <a:cs typeface="Microsoft Yahei"/>
                <a:sym typeface="Microsoft Yahei"/>
              </a:rPr>
              <a:t>intercept term</a:t>
            </a:r>
            <a:r>
              <a:rPr lang="en-US" sz="1200">
                <a:solidFill>
                  <a:schemeClr val="dk1"/>
                </a:solidFill>
                <a:latin typeface="Microsoft Yahei"/>
                <a:ea typeface="Microsoft Yahei"/>
                <a:cs typeface="Microsoft Yahei"/>
                <a:sym typeface="Microsoft Yahei"/>
              </a:rPr>
              <a:t> when i = 0,</a:t>
            </a:r>
            <a:r>
              <a:rPr lang="en-US" sz="1200">
                <a:solidFill>
                  <a:schemeClr val="dk1"/>
                </a:solidFill>
                <a:latin typeface="Arial"/>
                <a:ea typeface="Arial"/>
                <a:cs typeface="Arial"/>
                <a:sym typeface="Arial"/>
              </a:rPr>
              <a:t> a trigonometric regression model with a weekly or even more shorter periodicities can be written as the Equation on the bottom.</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p:txBody>
      </p:sp>
      <p:sp>
        <p:nvSpPr>
          <p:cNvPr id="181" name="Google Shape;181;p6: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182" name="Google Shape;18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 the </a:t>
            </a:r>
            <a:r>
              <a:rPr b="1" lang="en-US" sz="1200">
                <a:solidFill>
                  <a:srgbClr val="7F7F7F"/>
                </a:solidFill>
                <a:latin typeface="Microsoft Yahei"/>
                <a:ea typeface="Microsoft Yahei"/>
                <a:cs typeface="Microsoft Yahei"/>
                <a:sym typeface="Microsoft Yahei"/>
              </a:rPr>
              <a:t>Model Optimization step, </a:t>
            </a:r>
            <a:r>
              <a:rPr lang="en-US" sz="1200">
                <a:solidFill>
                  <a:schemeClr val="dk1"/>
                </a:solidFill>
                <a:latin typeface="Arial"/>
                <a:ea typeface="Arial"/>
                <a:cs typeface="Arial"/>
                <a:sym typeface="Arial"/>
              </a:rPr>
              <a:t>I identified significant terms by manually deleting the insignificant items after using Linear Models function in R, and verified the results through ACF and PACF plots and spectrum analyses. We defined that a frequency is a contributing factor for the trigonometric regression modelling, if both of the cos and sin variables are statistically significant at an arbitrary level. For instance, the frequency 4/(48*7)(divided by)or 4 dots was deduced as a important frequency, as significant P-values were obtained for both of them. By contrast, the</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frequency 2 dots should be rejected because the p-value of sin is 0.378.</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l">
              <a:spcBef>
                <a:spcPts val="360"/>
              </a:spcBef>
              <a:spcAft>
                <a:spcPts val="0"/>
              </a:spcAft>
              <a:buNone/>
            </a:pPr>
            <a:r>
              <a:rPr lang="en-US" sz="1200">
                <a:solidFill>
                  <a:schemeClr val="dk1"/>
                </a:solidFill>
                <a:latin typeface="Arial"/>
                <a:ea typeface="Arial"/>
                <a:cs typeface="Arial"/>
                <a:sym typeface="Arial"/>
              </a:rPr>
              <a:t>As shown in the </a:t>
            </a:r>
            <a:r>
              <a:rPr b="1" lang="en-US" sz="1200">
                <a:solidFill>
                  <a:schemeClr val="dk1"/>
                </a:solidFill>
                <a:latin typeface="Arial"/>
                <a:ea typeface="Arial"/>
                <a:cs typeface="Arial"/>
                <a:sym typeface="Arial"/>
              </a:rPr>
              <a:t>lower right plot</a:t>
            </a:r>
            <a:r>
              <a:rPr lang="en-US" sz="1200">
                <a:solidFill>
                  <a:schemeClr val="dk1"/>
                </a:solidFill>
                <a:latin typeface="Arial"/>
                <a:ea typeface="Arial"/>
                <a:cs typeface="Arial"/>
                <a:sym typeface="Arial"/>
              </a:rPr>
              <a:t>, there are several peaks approaching to the frequency 0. Following the property of spectrum, the frequencies which contributes to the variance most, are the frequencies with higher spikes in the spectrum. In this case, the additional frequencies were detected by doing the first spectrum analysis for the trigonometric regression models. Since the maximal peak in spectrum was observed as 28963.75 corresponding to a frequency 0.0000533.Following</a:t>
            </a:r>
            <a:r>
              <a:rPr lang="en-US" sz="1200">
                <a:solidFill>
                  <a:schemeClr val="dk1"/>
                </a:solidFill>
                <a:latin typeface="Arial"/>
                <a:ea typeface="Arial"/>
                <a:cs typeface="Arial"/>
                <a:sym typeface="Arial"/>
              </a:rPr>
              <a:t> the </a:t>
            </a:r>
            <a:r>
              <a:rPr lang="en-US" sz="1200">
                <a:solidFill>
                  <a:schemeClr val="dk1"/>
                </a:solidFill>
                <a:latin typeface="Arial"/>
                <a:ea typeface="Arial"/>
                <a:cs typeface="Arial"/>
                <a:sym typeface="Arial"/>
              </a:rPr>
              <a:t>approximation, a considerable periodicity was deduced as 56 weeks and the corresponding sinusoidal and cosinusoidal variables were added to the fitted model. </a:t>
            </a:r>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l">
              <a:spcBef>
                <a:spcPts val="360"/>
              </a:spcBef>
              <a:spcAft>
                <a:spcPts val="0"/>
              </a:spcAft>
              <a:buNone/>
            </a:pPr>
            <a:r>
              <a:rPr lang="en-US" sz="1200">
                <a:solidFill>
                  <a:schemeClr val="dk1"/>
                </a:solidFill>
                <a:latin typeface="Arial"/>
                <a:ea typeface="Arial"/>
                <a:cs typeface="Arial"/>
                <a:sym typeface="Arial"/>
              </a:rPr>
              <a:t>Potential periodicities were discovered programmatically in R and transformed to frequencies. And then the significant terms were picked by the results of p-value tests again and again until there are no non-significant terms and no peaks are shown in the spectrum analyses. Evatually, 60 important frequencies and 90 significant terms were selected for our improved trigonometric regression model.</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p:txBody>
      </p:sp>
      <p:sp>
        <p:nvSpPr>
          <p:cNvPr id="197" name="Google Shape;197;p7: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198" name="Google Shape;19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000000"/>
                </a:solidFill>
                <a:latin typeface="Microsoft Yahei"/>
                <a:ea typeface="Microsoft Yahei"/>
                <a:cs typeface="Microsoft Yahei"/>
                <a:sym typeface="Microsoft Yahei"/>
              </a:rPr>
              <a:t>The processes were repeated five</a:t>
            </a:r>
            <a:r>
              <a:rPr lang="en-US" sz="1200">
                <a:solidFill>
                  <a:srgbClr val="000000"/>
                </a:solidFill>
                <a:latin typeface="Microsoft Yahei"/>
                <a:ea typeface="Microsoft Yahei"/>
                <a:cs typeface="Microsoft Yahei"/>
                <a:sym typeface="Microsoft Yahei"/>
              </a:rPr>
              <a:t> </a:t>
            </a:r>
            <a:r>
              <a:rPr lang="en-US" sz="1200">
                <a:solidFill>
                  <a:srgbClr val="000000"/>
                </a:solidFill>
                <a:latin typeface="Microsoft Yahei"/>
                <a:ea typeface="Microsoft Yahei"/>
                <a:cs typeface="Microsoft Yahei"/>
                <a:sym typeface="Microsoft Yahei"/>
              </a:rPr>
              <a:t>times, and eventually the frequencies and the estimated coefficients of the significant terms in the trigonometric regression modelling at BspAlb were shown as the </a:t>
            </a:r>
            <a:r>
              <a:rPr b="1" lang="en-US" sz="1200">
                <a:solidFill>
                  <a:srgbClr val="000000"/>
                </a:solidFill>
                <a:latin typeface="Microsoft Yahei"/>
                <a:ea typeface="Microsoft Yahei"/>
                <a:cs typeface="Microsoft Yahei"/>
                <a:sym typeface="Microsoft Yahei"/>
              </a:rPr>
              <a:t>Equation and table</a:t>
            </a:r>
            <a:r>
              <a:rPr lang="en-US" sz="1200">
                <a:solidFill>
                  <a:srgbClr val="000000"/>
                </a:solidFill>
                <a:latin typeface="Microsoft Yahei"/>
                <a:ea typeface="Microsoft Yahei"/>
                <a:cs typeface="Microsoft Yahei"/>
                <a:sym typeface="Microsoft Yahei"/>
              </a:rPr>
              <a:t>. As I mentioned there are </a:t>
            </a:r>
            <a:r>
              <a:rPr lang="en-US" sz="1200">
                <a:solidFill>
                  <a:schemeClr val="dk1"/>
                </a:solidFill>
                <a:latin typeface="Arial"/>
                <a:ea typeface="Arial"/>
                <a:cs typeface="Arial"/>
                <a:sym typeface="Arial"/>
              </a:rPr>
              <a:t>90 significant terms in the final </a:t>
            </a:r>
            <a:r>
              <a:rPr b="1" lang="en-US" sz="1200">
                <a:solidFill>
                  <a:schemeClr val="dk1"/>
                </a:solidFill>
                <a:latin typeface="Microsoft Yahei"/>
                <a:ea typeface="Microsoft Yahei"/>
                <a:cs typeface="Microsoft Yahei"/>
                <a:sym typeface="Microsoft Yahei"/>
              </a:rPr>
              <a:t>Trigonometric Regression Model</a:t>
            </a:r>
            <a:r>
              <a:rPr b="1" lang="en-US" sz="1200">
                <a:solidFill>
                  <a:srgbClr val="000000"/>
                </a:solidFill>
                <a:latin typeface="Microsoft Yahei"/>
                <a:ea typeface="Microsoft Yahei"/>
                <a:cs typeface="Microsoft Yahei"/>
                <a:sym typeface="Microsoft Yahei"/>
              </a:rPr>
              <a:t>,</a:t>
            </a:r>
            <a:r>
              <a:rPr b="1" lang="en-US" sz="1200">
                <a:solidFill>
                  <a:srgbClr val="000000"/>
                </a:solidFill>
                <a:latin typeface="Microsoft Yahei"/>
                <a:ea typeface="Microsoft Yahei"/>
                <a:cs typeface="Microsoft Yahei"/>
                <a:sym typeface="Microsoft Yahei"/>
              </a:rPr>
              <a:t> t</a:t>
            </a:r>
            <a:r>
              <a:rPr lang="en-US" sz="1200">
                <a:solidFill>
                  <a:srgbClr val="000000"/>
                </a:solidFill>
                <a:latin typeface="Microsoft Yahei"/>
                <a:ea typeface="Microsoft Yahei"/>
                <a:cs typeface="Microsoft Yahei"/>
                <a:sym typeface="Microsoft Yahei"/>
              </a:rPr>
              <a:t>here just presents</a:t>
            </a:r>
            <a:r>
              <a:rPr lang="en-US" sz="1200">
                <a:solidFill>
                  <a:srgbClr val="000000"/>
                </a:solidFill>
                <a:latin typeface="Microsoft Yahei"/>
                <a:ea typeface="Microsoft Yahei"/>
                <a:cs typeface="Microsoft Yahei"/>
                <a:sym typeface="Microsoft Yahei"/>
              </a:rPr>
              <a:t> </a:t>
            </a:r>
            <a:r>
              <a:rPr lang="en-US" sz="1200">
                <a:solidFill>
                  <a:srgbClr val="000000"/>
                </a:solidFill>
                <a:latin typeface="Microsoft Yahei"/>
                <a:ea typeface="Microsoft Yahei"/>
                <a:cs typeface="Microsoft Yahei"/>
                <a:sym typeface="Microsoft Yahei"/>
              </a:rPr>
              <a:t>part of significant terms</a:t>
            </a:r>
            <a:r>
              <a:rPr b="1" lang="en-US" sz="1200">
                <a:solidFill>
                  <a:schemeClr val="dk1"/>
                </a:solidFill>
                <a:latin typeface="Microsoft Yahei"/>
                <a:ea typeface="Microsoft Yahei"/>
                <a:cs typeface="Microsoft Yahei"/>
                <a:sym typeface="Microsoft Yahei"/>
              </a:rPr>
              <a:t>.</a:t>
            </a:r>
            <a:endParaRPr sz="1200">
              <a:solidFill>
                <a:srgbClr val="000000"/>
              </a:solidFill>
              <a:latin typeface="Microsoft Yahei"/>
              <a:ea typeface="Microsoft Yahei"/>
              <a:cs typeface="Microsoft Yahei"/>
              <a:sym typeface="Microsoft Yahei"/>
            </a:endParaRPr>
          </a:p>
        </p:txBody>
      </p:sp>
      <p:sp>
        <p:nvSpPr>
          <p:cNvPr id="215" name="Google Shape;215;p8: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216" name="Google Shape;21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Based on my previous study, the tendency of electricity demand at each BSP X at time t can</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be described as the sum of a trigonometric regression model X hat at time t and a </a:t>
            </a:r>
            <a:r>
              <a:rPr lang="en-US" sz="1200">
                <a:solidFill>
                  <a:schemeClr val="dk1"/>
                </a:solidFill>
                <a:latin typeface="Microsoft Yahei"/>
                <a:ea typeface="Microsoft Yahei"/>
                <a:cs typeface="Microsoft Yahei"/>
                <a:sym typeface="Microsoft Yahei"/>
              </a:rPr>
              <a:t>Residual</a:t>
            </a:r>
            <a:r>
              <a:rPr lang="en-US" sz="1200">
                <a:solidFill>
                  <a:schemeClr val="dk1"/>
                </a:solidFill>
                <a:latin typeface="Arial"/>
                <a:ea typeface="Arial"/>
                <a:cs typeface="Arial"/>
                <a:sym typeface="Arial"/>
              </a:rPr>
              <a:t> yt,which can be formalized as</a:t>
            </a:r>
            <a:r>
              <a:rPr lang="en-US" sz="1200">
                <a:solidFill>
                  <a:schemeClr val="dk1"/>
                </a:solidFill>
                <a:latin typeface="Arial"/>
                <a:ea typeface="Arial"/>
                <a:cs typeface="Arial"/>
                <a:sym typeface="Arial"/>
              </a:rPr>
              <a:t> shown in</a:t>
            </a:r>
            <a:r>
              <a:rPr lang="en-US" sz="1200">
                <a:solidFill>
                  <a:schemeClr val="dk1"/>
                </a:solidFill>
                <a:latin typeface="Arial"/>
                <a:ea typeface="Arial"/>
                <a:cs typeface="Arial"/>
                <a:sym typeface="Arial"/>
              </a:rPr>
              <a:t> the </a:t>
            </a:r>
            <a:r>
              <a:rPr b="1" lang="en-US" sz="1200">
                <a:solidFill>
                  <a:schemeClr val="dk1"/>
                </a:solidFill>
                <a:latin typeface="Arial"/>
                <a:ea typeface="Arial"/>
                <a:cs typeface="Arial"/>
                <a:sym typeface="Arial"/>
              </a:rPr>
              <a:t>upper left</a:t>
            </a:r>
            <a:r>
              <a:rPr lang="en-US" sz="1200">
                <a:solidFill>
                  <a:schemeClr val="dk1"/>
                </a:solidFill>
                <a:latin typeface="Arial"/>
                <a:ea typeface="Arial"/>
                <a:cs typeface="Arial"/>
                <a:sym typeface="Arial"/>
              </a:rPr>
              <a:t>. Then Xt represented</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the prediction series for the electricity demand at a bulk supply point. </a:t>
            </a:r>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l">
              <a:lnSpc>
                <a:spcPct val="100000"/>
              </a:lnSpc>
              <a:spcBef>
                <a:spcPts val="360"/>
              </a:spcBef>
              <a:spcAft>
                <a:spcPts val="0"/>
              </a:spcAft>
              <a:buClr>
                <a:schemeClr val="dk1"/>
              </a:buClr>
              <a:buSzPts val="1200"/>
              <a:buFont typeface="Arial"/>
              <a:buNone/>
            </a:pPr>
            <a:r>
              <a:rPr lang="en-US" sz="1200">
                <a:solidFill>
                  <a:schemeClr val="dk1"/>
                </a:solidFill>
                <a:latin typeface="Arial"/>
                <a:ea typeface="Arial"/>
                <a:cs typeface="Arial"/>
                <a:sym typeface="Arial"/>
              </a:rPr>
              <a:t>The ACF and PACF plots for the error series were displayed </a:t>
            </a:r>
            <a:r>
              <a:rPr b="1" lang="en-US" sz="1200">
                <a:solidFill>
                  <a:schemeClr val="dk1"/>
                </a:solidFill>
                <a:latin typeface="Arial"/>
                <a:ea typeface="Arial"/>
                <a:cs typeface="Arial"/>
                <a:sym typeface="Arial"/>
              </a:rPr>
              <a:t>at the bottom right</a:t>
            </a:r>
            <a:r>
              <a:rPr lang="en-US" sz="1200">
                <a:solidFill>
                  <a:schemeClr val="dk1"/>
                </a:solidFill>
                <a:latin typeface="Arial"/>
                <a:ea typeface="Arial"/>
                <a:cs typeface="Arial"/>
                <a:sym typeface="Arial"/>
              </a:rPr>
              <a:t>. The correlation coefficients in ACF were observed less than 5%, except lag=0, which exceeded the 95% confidence interval. Besides,it was noticeable that the PACF plot seemed to be unsatisfied, whereas a reason was observed as the partial autocorrelations are between -0.04 and 0.08. Hence, the error series was a white noise. And</a:t>
            </a:r>
            <a:r>
              <a:rPr lang="en-US" sz="1200">
                <a:solidFill>
                  <a:schemeClr val="dk1"/>
                </a:solidFill>
                <a:latin typeface="Arial"/>
                <a:ea typeface="Arial"/>
                <a:cs typeface="Arial"/>
                <a:sym typeface="Arial"/>
              </a:rPr>
              <a:t> s</a:t>
            </a:r>
            <a:r>
              <a:rPr lang="en-US" sz="1200">
                <a:solidFill>
                  <a:schemeClr val="dk1"/>
                </a:solidFill>
                <a:latin typeface="Arial"/>
                <a:ea typeface="Arial"/>
                <a:cs typeface="Arial"/>
                <a:sym typeface="Arial"/>
              </a:rPr>
              <a:t>eemingly</a:t>
            </a:r>
            <a:r>
              <a:rPr lang="en-US" sz="1200">
                <a:solidFill>
                  <a:schemeClr val="dk1"/>
                </a:solidFill>
                <a:latin typeface="Arial"/>
                <a:ea typeface="Arial"/>
                <a:cs typeface="Arial"/>
                <a:sym typeface="Arial"/>
              </a:rPr>
              <a:t> t</a:t>
            </a:r>
            <a:r>
              <a:rPr lang="en-US" sz="1200">
                <a:solidFill>
                  <a:schemeClr val="dk1"/>
                </a:solidFill>
                <a:latin typeface="Arial"/>
                <a:ea typeface="Arial"/>
                <a:cs typeface="Arial"/>
                <a:sym typeface="Arial"/>
              </a:rPr>
              <a:t>he residual yt would be fitted to a SARMA model. </a:t>
            </a:r>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l">
              <a:spcBef>
                <a:spcPts val="360"/>
              </a:spcBef>
              <a:spcAft>
                <a:spcPts val="0"/>
              </a:spcAft>
              <a:buNone/>
            </a:pPr>
            <a:r>
              <a:rPr lang="en-US" sz="1200">
                <a:solidFill>
                  <a:schemeClr val="dk1"/>
                </a:solidFill>
                <a:latin typeface="Arial"/>
                <a:ea typeface="Arial"/>
                <a:cs typeface="Arial"/>
                <a:sym typeface="Arial"/>
              </a:rPr>
              <a:t>Beginning with a seasonal autoregressive integrated moving average model with parameters s, p, d, q, P, D and Q symbolized in the first model, I</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determined d = D = 0, since there would be a catastrophe in the prediction caused by taking a difference and</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the tendency is limited. Then the next step would be to find an appropriate </a:t>
            </a:r>
            <a:r>
              <a:rPr b="1" lang="en-US" sz="1200">
                <a:solidFill>
                  <a:schemeClr val="dk1"/>
                </a:solidFill>
                <a:latin typeface="Arial"/>
                <a:ea typeface="Arial"/>
                <a:cs typeface="Arial"/>
                <a:sym typeface="Arial"/>
              </a:rPr>
              <a:t>seasonal ARMA model </a:t>
            </a:r>
            <a:r>
              <a:rPr lang="en-US" sz="1200">
                <a:solidFill>
                  <a:schemeClr val="dk1"/>
                </a:solidFill>
                <a:latin typeface="Arial"/>
                <a:ea typeface="Arial"/>
                <a:cs typeface="Arial"/>
                <a:sym typeface="Arial"/>
              </a:rPr>
              <a:t>instead of a SARIMA model for the residuals of the proceeding trigonometric regression modelling. </a:t>
            </a:r>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l">
              <a:spcBef>
                <a:spcPts val="360"/>
              </a:spcBef>
              <a:spcAft>
                <a:spcPts val="0"/>
              </a:spcAft>
              <a:buNone/>
            </a:pPr>
            <a:r>
              <a:rPr lang="en-US" sz="1200">
                <a:solidFill>
                  <a:schemeClr val="dk1"/>
                </a:solidFill>
                <a:latin typeface="Arial"/>
                <a:ea typeface="Arial"/>
                <a:cs typeface="Arial"/>
                <a:sym typeface="Arial"/>
              </a:rPr>
              <a:t>Noticably, there is no agreed notation on how to represent the backward</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shift (or lag) operator. In</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this dissertation, the term B was used to refer this formal operation, whose function can be used for prediction and displayed as the</a:t>
            </a:r>
            <a:r>
              <a:rPr lang="en-US" sz="1200">
                <a:solidFill>
                  <a:schemeClr val="dk1"/>
                </a:solidFill>
                <a:latin typeface="Arial"/>
                <a:ea typeface="Arial"/>
                <a:cs typeface="Arial"/>
                <a:sym typeface="Arial"/>
              </a:rPr>
              <a:t> relation between </a:t>
            </a:r>
            <a:r>
              <a:rPr lang="en-US" sz="1200">
                <a:solidFill>
                  <a:schemeClr val="dk1"/>
                </a:solidFill>
                <a:latin typeface="Arial"/>
                <a:ea typeface="Arial"/>
                <a:cs typeface="Arial"/>
                <a:sym typeface="Arial"/>
              </a:rPr>
              <a:t>y at t−1</a:t>
            </a:r>
            <a:r>
              <a:rPr lang="en-US" sz="1200">
                <a:solidFill>
                  <a:schemeClr val="dk1"/>
                </a:solidFill>
                <a:latin typeface="Arial"/>
                <a:ea typeface="Arial"/>
                <a:cs typeface="Arial"/>
                <a:sym typeface="Arial"/>
              </a:rPr>
              <a:t> and</a:t>
            </a:r>
            <a:r>
              <a:rPr lang="en-US" sz="1200">
                <a:solidFill>
                  <a:schemeClr val="dk1"/>
                </a:solidFill>
                <a:latin typeface="Arial"/>
                <a:ea typeface="Arial"/>
                <a:cs typeface="Arial"/>
                <a:sym typeface="Arial"/>
              </a:rPr>
              <a:t> y at t.</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l">
              <a:spcBef>
                <a:spcPts val="360"/>
              </a:spcBef>
              <a:spcAft>
                <a:spcPts val="0"/>
              </a:spcAft>
              <a:buNone/>
            </a:pPr>
            <a:r>
              <a:rPr lang="en-US" sz="1200">
                <a:solidFill>
                  <a:schemeClr val="dk1"/>
                </a:solidFill>
                <a:latin typeface="Arial"/>
                <a:ea typeface="Arial"/>
                <a:cs typeface="Arial"/>
                <a:sym typeface="Arial"/>
              </a:rPr>
              <a:t>For the next step, the optimal seasonal ARMA modelling were designed with estimating parameters by utilising AIC. I started by permutation and found the lowest AIC=35761.42 when all p&amp;q terms equal to 1. Then I kept q=1 and calculated AIC as increasing p gradually. And it turns out an optimal result in q=4 with AIC= 33566.80. Similarly, I found lowest AIC when q =2. And same steps for the seasonal terms and</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I eventually mimicked a </a:t>
            </a:r>
            <a:r>
              <a:rPr b="1" lang="en-US" sz="1200">
                <a:solidFill>
                  <a:schemeClr val="dk1"/>
                </a:solidFill>
                <a:latin typeface="Microsoft Yahei"/>
                <a:ea typeface="Microsoft Yahei"/>
                <a:cs typeface="Microsoft Yahei"/>
                <a:sym typeface="Microsoft Yahei"/>
              </a:rPr>
              <a:t>SARMA Modelling with p,q =4,2 and seasonal p,q =5,5 For the Residuals.</a:t>
            </a:r>
            <a:endParaRPr sz="1200">
              <a:solidFill>
                <a:schemeClr val="dk1"/>
              </a:solidFill>
              <a:latin typeface="Arial"/>
              <a:ea typeface="Arial"/>
              <a:cs typeface="Arial"/>
              <a:sym typeface="Arial"/>
            </a:endParaRPr>
          </a:p>
        </p:txBody>
      </p:sp>
      <p:sp>
        <p:nvSpPr>
          <p:cNvPr id="236" name="Google Shape;236;p9: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237" name="Google Shape;23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lt1"/>
                </a:solidFill>
                <a:latin typeface="Arial"/>
                <a:ea typeface="Arial"/>
                <a:cs typeface="Arial"/>
                <a:sym typeface="Arial"/>
              </a:rPr>
              <a:t>In terms of tests for the errors after simulating the SARIMA model with period 48 and p=4, q=2, seasonal p=5, and seasonal q= 5 to the residuals at BspAlb including acf and pacf in all lags and lower lags and Ljung-Box, I tested the error as a white noise and completed my modelling. </a:t>
            </a:r>
            <a:r>
              <a:rPr b="1" lang="en-US" sz="1200">
                <a:solidFill>
                  <a:schemeClr val="lt1"/>
                </a:solidFill>
                <a:latin typeface="Impact"/>
                <a:ea typeface="Impact"/>
                <a:cs typeface="Impact"/>
                <a:sym typeface="Impact"/>
              </a:rPr>
              <a:t>The trigonometric regression modelling with a SARMA residuals fitting for the electricity demand of the BspAlb are illustrated as the lower right equations.</a:t>
            </a:r>
            <a:endParaRPr b="1" sz="1200">
              <a:solidFill>
                <a:schemeClr val="lt1"/>
              </a:solidFill>
              <a:latin typeface="Impact"/>
              <a:ea typeface="Impact"/>
              <a:cs typeface="Impact"/>
              <a:sym typeface="Impact"/>
            </a:endParaRPr>
          </a:p>
          <a:p>
            <a:pPr indent="0" lvl="0" marL="0" marR="0" rtl="0" algn="l">
              <a:spcBef>
                <a:spcPts val="360"/>
              </a:spcBef>
              <a:spcAft>
                <a:spcPts val="0"/>
              </a:spcAft>
              <a:buNone/>
            </a:pPr>
            <a:r>
              <a:t/>
            </a:r>
            <a:endParaRPr b="1" sz="1200">
              <a:solidFill>
                <a:schemeClr val="lt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p:txBody>
      </p:sp>
      <p:sp>
        <p:nvSpPr>
          <p:cNvPr id="274" name="Google Shape;274;p10: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275" name="Google Shape;27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rgbClr val="005D98"/>
                </a:solidFill>
                <a:latin typeface="Microsoft Yahei"/>
                <a:ea typeface="Microsoft Yahei"/>
                <a:cs typeface="Microsoft Yahei"/>
                <a:sym typeface="Microsoft Yahei"/>
              </a:rPr>
              <a:t>Then let’s move on to comparisons between</a:t>
            </a:r>
            <a:r>
              <a:rPr b="1" lang="en-US" sz="1200">
                <a:solidFill>
                  <a:srgbClr val="005D98"/>
                </a:solidFill>
                <a:latin typeface="Microsoft Yahei"/>
                <a:ea typeface="Microsoft Yahei"/>
                <a:cs typeface="Microsoft Yahei"/>
                <a:sym typeface="Microsoft Yahei"/>
              </a:rPr>
              <a:t> two of them.</a:t>
            </a:r>
            <a:r>
              <a:rPr b="1" lang="en-US" sz="1200">
                <a:solidFill>
                  <a:srgbClr val="005D98"/>
                </a:solidFill>
                <a:latin typeface="Microsoft Yahei"/>
                <a:ea typeface="Microsoft Yahei"/>
                <a:cs typeface="Microsoft Yahei"/>
                <a:sym typeface="Microsoft Yahei"/>
              </a:rPr>
              <a:t> </a:t>
            </a:r>
            <a:r>
              <a:rPr lang="en-US" sz="1200">
                <a:solidFill>
                  <a:schemeClr val="dk1"/>
                </a:solidFill>
                <a:latin typeface="Arial"/>
                <a:ea typeface="Arial"/>
                <a:cs typeface="Arial"/>
                <a:sym typeface="Arial"/>
              </a:rPr>
              <a:t>Finally, the simulation of energy series at the BspAlb indicated a periodicity as being reasonably substantiated as </a:t>
            </a:r>
            <a:r>
              <a:rPr b="1" lang="en-US" sz="1200">
                <a:solidFill>
                  <a:schemeClr val="dk1"/>
                </a:solidFill>
                <a:latin typeface="Arial"/>
                <a:ea typeface="Arial"/>
                <a:cs typeface="Arial"/>
                <a:sym typeface="Arial"/>
              </a:rPr>
              <a:t>daily</a:t>
            </a:r>
            <a:r>
              <a:rPr lang="en-US" sz="1200">
                <a:solidFill>
                  <a:schemeClr val="dk1"/>
                </a:solidFill>
                <a:latin typeface="Arial"/>
                <a:ea typeface="Arial"/>
                <a:cs typeface="Arial"/>
                <a:sym typeface="Arial"/>
              </a:rPr>
              <a:t>, which differs from the </a:t>
            </a:r>
            <a:r>
              <a:rPr b="1" lang="en-US" sz="1200">
                <a:solidFill>
                  <a:schemeClr val="dk1"/>
                </a:solidFill>
                <a:latin typeface="Arial"/>
                <a:ea typeface="Arial"/>
                <a:cs typeface="Arial"/>
                <a:sym typeface="Arial"/>
              </a:rPr>
              <a:t>yearly</a:t>
            </a:r>
            <a:r>
              <a:rPr lang="en-US" sz="1200">
                <a:solidFill>
                  <a:schemeClr val="dk1"/>
                </a:solidFill>
                <a:latin typeface="Arial"/>
                <a:ea typeface="Arial"/>
                <a:cs typeface="Arial"/>
                <a:sym typeface="Arial"/>
              </a:rPr>
              <a:t> periodicity for the BspArn series. Hence, it was deduced that the BspAlb should be a </a:t>
            </a:r>
            <a:r>
              <a:rPr b="1" lang="en-US" sz="1200">
                <a:solidFill>
                  <a:schemeClr val="dk1"/>
                </a:solidFill>
                <a:latin typeface="Arial"/>
                <a:ea typeface="Arial"/>
                <a:cs typeface="Arial"/>
                <a:sym typeface="Arial"/>
              </a:rPr>
              <a:t>domestic load</a:t>
            </a:r>
            <a:r>
              <a:rPr lang="en-US" sz="1200">
                <a:solidFill>
                  <a:schemeClr val="dk1"/>
                </a:solidFill>
                <a:latin typeface="Arial"/>
                <a:ea typeface="Arial"/>
                <a:cs typeface="Arial"/>
                <a:sym typeface="Arial"/>
              </a:rPr>
              <a:t>, and the BspArn should be treated as a </a:t>
            </a:r>
            <a:r>
              <a:rPr b="1" lang="en-US" sz="1200">
                <a:solidFill>
                  <a:schemeClr val="dk1"/>
                </a:solidFill>
                <a:latin typeface="Arial"/>
                <a:ea typeface="Arial"/>
                <a:cs typeface="Arial"/>
                <a:sym typeface="Arial"/>
              </a:rPr>
              <a:t>non-domestic load</a:t>
            </a:r>
            <a:r>
              <a:rPr lang="en-US"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p:txBody>
      </p:sp>
      <p:sp>
        <p:nvSpPr>
          <p:cNvPr id="294" name="Google Shape;294;p11: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295" name="Google Shape;2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12: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312" name="Google Shape;31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
        <p:nvSpPr>
          <p:cNvPr id="313" name="Google Shape;313;p12:notes"/>
          <p:cNvSpPr txBox="1"/>
          <p:nvPr>
            <p:ph idx="1" type="body"/>
          </p:nvPr>
        </p:nvSpPr>
        <p:spPr>
          <a:xfrm>
            <a:off x="662016" y="3931500"/>
            <a:ext cx="5296132" cy="32166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Secondly,</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I used Fourier Series theorems and Spectrum Analysis for the feasibility of fitting on Trigonometric Regressions and confirming the peridencities.</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As shown in the first plot,</a:t>
            </a:r>
            <a:r>
              <a:rPr lang="en-US" sz="1200">
                <a:solidFill>
                  <a:schemeClr val="dk1"/>
                </a:solidFill>
                <a:latin typeface="Arial"/>
                <a:ea typeface="Arial"/>
                <a:cs typeface="Arial"/>
                <a:sym typeface="Arial"/>
              </a:rPr>
              <a:t> t</a:t>
            </a:r>
            <a:r>
              <a:rPr lang="en-US" sz="1200">
                <a:solidFill>
                  <a:schemeClr val="dk1"/>
                </a:solidFill>
                <a:latin typeface="Arial"/>
                <a:ea typeface="Arial"/>
                <a:cs typeface="Arial"/>
                <a:sym typeface="Arial"/>
              </a:rPr>
              <a:t>he periodogram of a time series</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demonstrates variances and oscillations over each Fourier frequency.</a:t>
            </a:r>
            <a:r>
              <a:rPr lang="en-US" sz="1200">
                <a:solidFill>
                  <a:schemeClr val="dk1"/>
                </a:solidFill>
                <a:latin typeface="Arial"/>
                <a:ea typeface="Arial"/>
                <a:cs typeface="Arial"/>
                <a:sym typeface="Arial"/>
              </a:rPr>
              <a:t> A</a:t>
            </a:r>
            <a:r>
              <a:rPr lang="en-US" sz="1200">
                <a:solidFill>
                  <a:schemeClr val="dk1"/>
                </a:solidFill>
                <a:latin typeface="Arial"/>
                <a:ea typeface="Arial"/>
                <a:cs typeface="Arial"/>
                <a:sym typeface="Arial"/>
              </a:rPr>
              <a:t>nd according to</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the </a:t>
            </a:r>
            <a:r>
              <a:rPr b="1" lang="en-US" sz="1200">
                <a:solidFill>
                  <a:schemeClr val="dk1"/>
                </a:solidFill>
                <a:latin typeface="Arial"/>
                <a:ea typeface="Arial"/>
                <a:cs typeface="Arial"/>
                <a:sym typeface="Arial"/>
              </a:rPr>
              <a:t>Parseval’theorem</a:t>
            </a:r>
            <a:r>
              <a:rPr lang="en-US" sz="1200">
                <a:solidFill>
                  <a:schemeClr val="dk1"/>
                </a:solidFill>
                <a:latin typeface="Arial"/>
                <a:ea typeface="Arial"/>
                <a:cs typeface="Arial"/>
                <a:sym typeface="Arial"/>
              </a:rPr>
              <a:t> it</a:t>
            </a:r>
            <a:r>
              <a:rPr lang="en-US" sz="1200">
                <a:solidFill>
                  <a:schemeClr val="dk1"/>
                </a:solidFill>
                <a:latin typeface="Arial"/>
                <a:ea typeface="Arial"/>
                <a:cs typeface="Arial"/>
                <a:sym typeface="Arial"/>
              </a:rPr>
              <a:t> also </a:t>
            </a:r>
            <a:r>
              <a:rPr lang="en-US" sz="1200">
                <a:solidFill>
                  <a:schemeClr val="dk1"/>
                </a:solidFill>
                <a:latin typeface="Arial"/>
                <a:ea typeface="Arial"/>
                <a:cs typeface="Arial"/>
                <a:sym typeface="Arial"/>
              </a:rPr>
              <a:t>illustrates</a:t>
            </a:r>
            <a:r>
              <a:rPr lang="en-US" sz="1200">
                <a:solidFill>
                  <a:schemeClr val="dk1"/>
                </a:solidFill>
                <a:latin typeface="Arial"/>
                <a:ea typeface="Arial"/>
                <a:cs typeface="Arial"/>
                <a:sym typeface="Arial"/>
              </a:rPr>
              <a:t> </a:t>
            </a:r>
            <a:r>
              <a:rPr lang="en-US" sz="1200">
                <a:solidFill>
                  <a:schemeClr val="dk1"/>
                </a:solidFill>
                <a:latin typeface="Arial"/>
                <a:ea typeface="Arial"/>
                <a:cs typeface="Arial"/>
                <a:sym typeface="Arial"/>
              </a:rPr>
              <a:t>the contribution of the weight of this frequency on the total variance. In the </a:t>
            </a:r>
            <a:r>
              <a:rPr b="1" lang="en-US" sz="1200">
                <a:solidFill>
                  <a:schemeClr val="dk1"/>
                </a:solidFill>
                <a:latin typeface="Arial"/>
                <a:ea typeface="Arial"/>
                <a:cs typeface="Arial"/>
                <a:sym typeface="Arial"/>
              </a:rPr>
              <a:t>Table</a:t>
            </a:r>
            <a:r>
              <a:rPr lang="en-US" sz="1200">
                <a:solidFill>
                  <a:schemeClr val="dk1"/>
                </a:solidFill>
                <a:latin typeface="Arial"/>
                <a:ea typeface="Arial"/>
                <a:cs typeface="Arial"/>
                <a:sym typeface="Arial"/>
              </a:rPr>
              <a:t>, according to the different harmonic series, the corresponding periods, frequencies and the contributions to variance were demonstrated.</a:t>
            </a:r>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a:p>
            <a:pPr indent="0" lvl="0" marL="0" marR="0" rtl="0" algn="just">
              <a:spcBef>
                <a:spcPts val="360"/>
              </a:spcBef>
              <a:spcAft>
                <a:spcPts val="0"/>
              </a:spcAft>
              <a:buNone/>
            </a:pPr>
            <a:r>
              <a:rPr lang="en-US" sz="1200">
                <a:solidFill>
                  <a:schemeClr val="dk1"/>
                </a:solidFill>
                <a:latin typeface="Arial"/>
                <a:ea typeface="Arial"/>
                <a:cs typeface="Arial"/>
                <a:sym typeface="Arial"/>
              </a:rPr>
              <a:t>For the results, the most significant frequency is 0, which meant that there could be no periodicity for the BspAlb series. </a:t>
            </a:r>
            <a:endParaRPr/>
          </a:p>
          <a:p>
            <a:pPr indent="0" lvl="0" marL="0" marR="0" rtl="0" algn="just">
              <a:spcBef>
                <a:spcPts val="360"/>
              </a:spcBef>
              <a:spcAft>
                <a:spcPts val="0"/>
              </a:spcAft>
              <a:buNone/>
            </a:pPr>
            <a:r>
              <a:rPr lang="en-US" sz="1200">
                <a:solidFill>
                  <a:schemeClr val="dk1"/>
                </a:solidFill>
                <a:latin typeface="Arial"/>
                <a:ea typeface="Arial"/>
                <a:cs typeface="Arial"/>
                <a:sym typeface="Arial"/>
              </a:rPr>
              <a:t>To estimate the potential periodicity, the second line of the outputs was analysed alternatively and finally the most significant contributed periodicity could be assumed as 48 and 18592, which are the daily and yearly periodicities for the electricity demand series at the BspAlb and BspArn substations, separately.</a:t>
            </a:r>
            <a:endParaRPr sz="1200">
              <a:solidFill>
                <a:schemeClr val="dk1"/>
              </a:solidFill>
              <a:latin typeface="Arial"/>
              <a:ea typeface="Arial"/>
              <a:cs typeface="Arial"/>
              <a:sym typeface="Arial"/>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p:txBody>
      </p:sp>
      <p:sp>
        <p:nvSpPr>
          <p:cNvPr id="324" name="Google Shape;324;p13: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325" name="Google Shape;32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14: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344" name="Google Shape;34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
        <p:nvSpPr>
          <p:cNvPr id="345" name="Google Shape;345;p14:notes"/>
          <p:cNvSpPr txBox="1"/>
          <p:nvPr>
            <p:ph idx="1" type="body"/>
          </p:nvPr>
        </p:nvSpPr>
        <p:spPr>
          <a:xfrm>
            <a:off x="662016" y="3931500"/>
            <a:ext cx="5296132" cy="32166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Thirdly,</a:t>
            </a:r>
            <a:r>
              <a:rPr lang="en-US" sz="1200">
                <a:solidFill>
                  <a:schemeClr val="dk1"/>
                </a:solidFill>
                <a:latin typeface="Arial"/>
                <a:ea typeface="Arial"/>
                <a:cs typeface="Arial"/>
                <a:sym typeface="Arial"/>
              </a:rPr>
              <a:t> o</a:t>
            </a:r>
            <a:r>
              <a:rPr lang="en-US" sz="1200">
                <a:solidFill>
                  <a:schemeClr val="dk1"/>
                </a:solidFill>
                <a:latin typeface="Arial"/>
                <a:ea typeface="Arial"/>
                <a:cs typeface="Arial"/>
                <a:sym typeface="Arial"/>
              </a:rPr>
              <a:t>n the Prospects of Application,</a:t>
            </a:r>
            <a:endParaRPr/>
          </a:p>
          <a:p>
            <a:pPr indent="0" lvl="0" marL="0" marR="0" rtl="0" algn="l">
              <a:spcBef>
                <a:spcPts val="360"/>
              </a:spcBef>
              <a:spcAft>
                <a:spcPts val="0"/>
              </a:spcAft>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research provided me with a fundamental data analysis process for time-dependent covariates in regression modeling. Besides, the analysis on the periodicity of time series and the verification of periodicities through spectrum analysis with fast discrete Fourier transform (FFT) allow for future periodicity discovery and the construction of a sophisticated modeling system.</a:t>
            </a:r>
            <a:endParaRPr/>
          </a:p>
        </p:txBody>
      </p:sp>
      <p:sp>
        <p:nvSpPr>
          <p:cNvPr id="356" name="Google Shape;356;p15: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2022/10/30</a:t>
            </a:r>
            <a:endParaRPr sz="1200"/>
          </a:p>
        </p:txBody>
      </p:sp>
      <p:sp>
        <p:nvSpPr>
          <p:cNvPr id="357" name="Google Shape;35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12" name="Shape 12"/>
        <p:cNvGrpSpPr/>
        <p:nvPr/>
      </p:nvGrpSpPr>
      <p:grpSpPr>
        <a:xfrm>
          <a:off x="0" y="0"/>
          <a:ext cx="0" cy="0"/>
          <a:chOff x="0" y="0"/>
          <a:chExt cx="0" cy="0"/>
        </a:xfrm>
      </p:grpSpPr>
      <p:sp>
        <p:nvSpPr>
          <p:cNvPr id="13" name="Google Shape;13;p18"/>
          <p:cNvSpPr/>
          <p:nvPr/>
        </p:nvSpPr>
        <p:spPr>
          <a:xfrm>
            <a:off x="0" y="6508750"/>
            <a:ext cx="12192000" cy="349250"/>
          </a:xfrm>
          <a:prstGeom prst="rect">
            <a:avLst/>
          </a:prstGeom>
          <a:solidFill>
            <a:srgbClr val="202A3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SimSun"/>
              <a:ea typeface="SimSun"/>
              <a:cs typeface="SimSun"/>
              <a:sym typeface="SimSun"/>
            </a:endParaRPr>
          </a:p>
        </p:txBody>
      </p:sp>
      <p:sp>
        <p:nvSpPr>
          <p:cNvPr id="14" name="Google Shape;14;p18"/>
          <p:cNvSpPr/>
          <p:nvPr/>
        </p:nvSpPr>
        <p:spPr>
          <a:xfrm>
            <a:off x="10731500" y="6508750"/>
            <a:ext cx="1460500" cy="349250"/>
          </a:xfrm>
          <a:prstGeom prst="rect">
            <a:avLst/>
          </a:prstGeom>
          <a:solidFill>
            <a:srgbClr val="57C6C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SimSun"/>
              <a:ea typeface="SimSun"/>
              <a:cs typeface="SimSun"/>
              <a:sym typeface="SimSun"/>
            </a:endParaRPr>
          </a:p>
        </p:txBody>
      </p:sp>
      <p:sp>
        <p:nvSpPr>
          <p:cNvPr id="15" name="Google Shape;1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8"/>
          <p:cNvSpPr txBox="1"/>
          <p:nvPr>
            <p:ph idx="12" type="sldNum"/>
          </p:nvPr>
        </p:nvSpPr>
        <p:spPr>
          <a:xfrm>
            <a:off x="9448800" y="6492875"/>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3F3F3F"/>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3F3F3F"/>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3F3F3F"/>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3F3F3F"/>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3F3F3F"/>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3F3F3F"/>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3F3F3F"/>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3F3F3F"/>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3F3F3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800"/>
          </a:p>
        </p:txBody>
      </p:sp>
      <p:sp>
        <p:nvSpPr>
          <p:cNvPr id="17" name="Google Shape;17;p18"/>
          <p:cNvSpPr/>
          <p:nvPr/>
        </p:nvSpPr>
        <p:spPr>
          <a:xfrm>
            <a:off x="0" y="0"/>
            <a:ext cx="12192000" cy="8985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SimSun"/>
              <a:ea typeface="SimSun"/>
              <a:cs typeface="SimSun"/>
              <a:sym typeface="SimSun"/>
            </a:endParaRPr>
          </a:p>
        </p:txBody>
      </p:sp>
      <p:sp>
        <p:nvSpPr>
          <p:cNvPr id="18" name="Google Shape;18;p18"/>
          <p:cNvSpPr/>
          <p:nvPr/>
        </p:nvSpPr>
        <p:spPr>
          <a:xfrm>
            <a:off x="0" y="144463"/>
            <a:ext cx="128588" cy="554037"/>
          </a:xfrm>
          <a:prstGeom prst="rect">
            <a:avLst/>
          </a:prstGeom>
          <a:solidFill>
            <a:srgbClr val="57C6C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SimSun"/>
              <a:ea typeface="SimSun"/>
              <a:cs typeface="SimSun"/>
              <a:sym typeface="SimSun"/>
            </a:endParaRPr>
          </a:p>
        </p:txBody>
      </p:sp>
      <p:pic>
        <p:nvPicPr>
          <p:cNvPr descr="C:\Users\Administrator\Desktop\图片2.png" id="19" name="Google Shape;19;p18"/>
          <p:cNvPicPr preferRelativeResize="0"/>
          <p:nvPr/>
        </p:nvPicPr>
        <p:blipFill rotWithShape="1">
          <a:blip r:embed="rId2">
            <a:alphaModFix/>
          </a:blip>
          <a:srcRect b="0" l="0" r="0" t="0"/>
          <a:stretch/>
        </p:blipFill>
        <p:spPr>
          <a:xfrm>
            <a:off x="8963937" y="0"/>
            <a:ext cx="3228063" cy="605928"/>
          </a:xfrm>
          <a:prstGeom prst="rect">
            <a:avLst/>
          </a:prstGeom>
          <a:noFill/>
          <a:ln>
            <a:noFill/>
          </a:ln>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0" name="Shape 20"/>
        <p:cNvGrpSpPr/>
        <p:nvPr/>
      </p:nvGrpSpPr>
      <p:grpSpPr>
        <a:xfrm>
          <a:off x="0" y="0"/>
          <a:ext cx="0" cy="0"/>
          <a:chOff x="0" y="0"/>
          <a:chExt cx="0" cy="0"/>
        </a:xfrm>
      </p:grpSpPr>
      <p:sp>
        <p:nvSpPr>
          <p:cNvPr id="21" name="Google Shape;2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2" name="Google Shape;22;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sz="2800"/>
            </a:lvl1pPr>
            <a:lvl2pPr indent="-381000" lvl="1" marL="914400" algn="l">
              <a:lnSpc>
                <a:spcPct val="90000"/>
              </a:lnSpc>
              <a:spcBef>
                <a:spcPts val="500"/>
              </a:spcBef>
              <a:spcAft>
                <a:spcPts val="0"/>
              </a:spcAft>
              <a:buClr>
                <a:schemeClr val="dk1"/>
              </a:buClr>
              <a:buSzPts val="2400"/>
              <a:buChar char="•"/>
              <a:defRPr sz="2400"/>
            </a:lvl2pPr>
            <a:lvl3pPr indent="-355600" lvl="2" marL="1371600" algn="l">
              <a:lnSpc>
                <a:spcPct val="90000"/>
              </a:lnSpc>
              <a:spcBef>
                <a:spcPts val="500"/>
              </a:spcBef>
              <a:spcAft>
                <a:spcPts val="0"/>
              </a:spcAft>
              <a:buClr>
                <a:schemeClr val="dk1"/>
              </a:buClr>
              <a:buSzPts val="2000"/>
              <a:buChar char="•"/>
              <a:defRPr sz="2000"/>
            </a:lvl3pPr>
            <a:lvl4pPr indent="-342900" lvl="3" marL="1828800" algn="l">
              <a:lnSpc>
                <a:spcPct val="90000"/>
              </a:lnSpc>
              <a:spcBef>
                <a:spcPts val="500"/>
              </a:spcBef>
              <a:spcAft>
                <a:spcPts val="0"/>
              </a:spcAft>
              <a:buClr>
                <a:schemeClr val="dk1"/>
              </a:buClr>
              <a:buSzPts val="1800"/>
              <a:buChar char="•"/>
              <a:defRPr sz="1800"/>
            </a:lvl4pPr>
            <a:lvl5pPr indent="-342900" lvl="4" marL="2286000" algn="l">
              <a:lnSpc>
                <a:spcPct val="90000"/>
              </a:lnSpc>
              <a:spcBef>
                <a:spcPts val="5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sz="1800"/>
            </a:lvl6pPr>
            <a:lvl7pPr indent="-342900" lvl="6" marL="3200400" algn="l">
              <a:lnSpc>
                <a:spcPct val="90000"/>
              </a:lnSpc>
              <a:spcBef>
                <a:spcPts val="500"/>
              </a:spcBef>
              <a:spcAft>
                <a:spcPts val="0"/>
              </a:spcAft>
              <a:buClr>
                <a:schemeClr val="dk1"/>
              </a:buClr>
              <a:buSzPts val="1800"/>
              <a:buChar char="•"/>
              <a:defRPr sz="1800"/>
            </a:lvl7pPr>
            <a:lvl8pPr indent="-342900" lvl="7" marL="3657600" algn="l">
              <a:lnSpc>
                <a:spcPct val="90000"/>
              </a:lnSpc>
              <a:spcBef>
                <a:spcPts val="500"/>
              </a:spcBef>
              <a:spcAft>
                <a:spcPts val="0"/>
              </a:spcAft>
              <a:buClr>
                <a:schemeClr val="dk1"/>
              </a:buClr>
              <a:buSzPts val="1800"/>
              <a:buChar char="•"/>
              <a:defRPr sz="1800"/>
            </a:lvl8pPr>
            <a:lvl9pPr indent="-342900" lvl="8" marL="4114800" algn="l">
              <a:lnSpc>
                <a:spcPct val="90000"/>
              </a:lnSpc>
              <a:spcBef>
                <a:spcPts val="500"/>
              </a:spcBef>
              <a:spcAft>
                <a:spcPts val="0"/>
              </a:spcAft>
              <a:buClr>
                <a:schemeClr val="dk1"/>
              </a:buClr>
              <a:buSzPts val="1800"/>
              <a:buChar char="•"/>
              <a:defRPr sz="1800"/>
            </a:lvl9pPr>
          </a:lstStyle>
          <a:p/>
        </p:txBody>
      </p:sp>
      <p:sp>
        <p:nvSpPr>
          <p:cNvPr id="23" name="Google Shape;23;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sz="2800"/>
            </a:lvl1pPr>
            <a:lvl2pPr indent="-381000" lvl="1" marL="914400" algn="l">
              <a:lnSpc>
                <a:spcPct val="90000"/>
              </a:lnSpc>
              <a:spcBef>
                <a:spcPts val="500"/>
              </a:spcBef>
              <a:spcAft>
                <a:spcPts val="0"/>
              </a:spcAft>
              <a:buClr>
                <a:schemeClr val="dk1"/>
              </a:buClr>
              <a:buSzPts val="2400"/>
              <a:buChar char="•"/>
              <a:defRPr sz="2400"/>
            </a:lvl2pPr>
            <a:lvl3pPr indent="-355600" lvl="2" marL="1371600" algn="l">
              <a:lnSpc>
                <a:spcPct val="90000"/>
              </a:lnSpc>
              <a:spcBef>
                <a:spcPts val="500"/>
              </a:spcBef>
              <a:spcAft>
                <a:spcPts val="0"/>
              </a:spcAft>
              <a:buClr>
                <a:schemeClr val="dk1"/>
              </a:buClr>
              <a:buSzPts val="2000"/>
              <a:buChar char="•"/>
              <a:defRPr sz="2000"/>
            </a:lvl3pPr>
            <a:lvl4pPr indent="-342900" lvl="3" marL="1828800" algn="l">
              <a:lnSpc>
                <a:spcPct val="90000"/>
              </a:lnSpc>
              <a:spcBef>
                <a:spcPts val="500"/>
              </a:spcBef>
              <a:spcAft>
                <a:spcPts val="0"/>
              </a:spcAft>
              <a:buClr>
                <a:schemeClr val="dk1"/>
              </a:buClr>
              <a:buSzPts val="1800"/>
              <a:buChar char="•"/>
              <a:defRPr sz="1800"/>
            </a:lvl4pPr>
            <a:lvl5pPr indent="-342900" lvl="4" marL="2286000" algn="l">
              <a:lnSpc>
                <a:spcPct val="90000"/>
              </a:lnSpc>
              <a:spcBef>
                <a:spcPts val="5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sz="1800"/>
            </a:lvl6pPr>
            <a:lvl7pPr indent="-342900" lvl="6" marL="3200400" algn="l">
              <a:lnSpc>
                <a:spcPct val="90000"/>
              </a:lnSpc>
              <a:spcBef>
                <a:spcPts val="500"/>
              </a:spcBef>
              <a:spcAft>
                <a:spcPts val="0"/>
              </a:spcAft>
              <a:buClr>
                <a:schemeClr val="dk1"/>
              </a:buClr>
              <a:buSzPts val="1800"/>
              <a:buChar char="•"/>
              <a:defRPr sz="1800"/>
            </a:lvl7pPr>
            <a:lvl8pPr indent="-342900" lvl="7" marL="3657600" algn="l">
              <a:lnSpc>
                <a:spcPct val="90000"/>
              </a:lnSpc>
              <a:spcBef>
                <a:spcPts val="500"/>
              </a:spcBef>
              <a:spcAft>
                <a:spcPts val="0"/>
              </a:spcAft>
              <a:buClr>
                <a:schemeClr val="dk1"/>
              </a:buClr>
              <a:buSzPts val="1800"/>
              <a:buChar char="•"/>
              <a:defRPr sz="1800"/>
            </a:lvl8pPr>
            <a:lvl9pPr indent="-342900" lvl="8" marL="4114800" algn="l">
              <a:lnSpc>
                <a:spcPct val="90000"/>
              </a:lnSpc>
              <a:spcBef>
                <a:spcPts val="500"/>
              </a:spcBef>
              <a:spcAft>
                <a:spcPts val="0"/>
              </a:spcAft>
              <a:buClr>
                <a:schemeClr val="dk1"/>
              </a:buClr>
              <a:buSzPts val="1800"/>
              <a:buChar char="•"/>
              <a:defRPr sz="1800"/>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800">
              <a:solidFill>
                <a:schemeClr val="dk1"/>
              </a:solidFill>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27" name="Shape 27"/>
        <p:cNvGrpSpPr/>
        <p:nvPr/>
      </p:nvGrpSpPr>
      <p:grpSpPr>
        <a:xfrm>
          <a:off x="0" y="0"/>
          <a:ext cx="0" cy="0"/>
          <a:chOff x="0" y="0"/>
          <a:chExt cx="0" cy="0"/>
        </a:xfrm>
      </p:grpSpPr>
      <p:sp>
        <p:nvSpPr>
          <p:cNvPr id="28" name="Google Shape;28;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imSun"/>
              <a:ea typeface="SimSun"/>
              <a:cs typeface="SimSun"/>
              <a:sym typeface="SimSun"/>
            </a:endParaRPr>
          </a:p>
        </p:txBody>
      </p:sp>
      <p:sp>
        <p:nvSpPr>
          <p:cNvPr id="29" name="Google Shape;29;p20"/>
          <p:cNvSpPr/>
          <p:nvPr/>
        </p:nvSpPr>
        <p:spPr>
          <a:xfrm>
            <a:off x="1050275" y="1266941"/>
            <a:ext cx="10091450" cy="5591060"/>
          </a:xfrm>
          <a:prstGeom prst="rect">
            <a:avLst/>
          </a:prstGeom>
          <a:solidFill>
            <a:srgbClr val="57C6C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imSun"/>
              <a:ea typeface="SimSun"/>
              <a:cs typeface="SimSun"/>
              <a:sym typeface="SimSun"/>
            </a:endParaRPr>
          </a:p>
        </p:txBody>
      </p:sp>
      <p:sp>
        <p:nvSpPr>
          <p:cNvPr id="30" name="Google Shape;30;p20"/>
          <p:cNvSpPr txBox="1"/>
          <p:nvPr>
            <p:ph type="ctrTitle"/>
          </p:nvPr>
        </p:nvSpPr>
        <p:spPr>
          <a:xfrm>
            <a:off x="914400" y="2130425"/>
            <a:ext cx="10363200" cy="147002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1" name="Google Shape;31;p20"/>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800"/>
              <a:buNone/>
              <a:defRPr/>
            </a:lvl1pPr>
            <a:lvl2pPr lvl="1" algn="ctr">
              <a:lnSpc>
                <a:spcPct val="90000"/>
              </a:lnSpc>
              <a:spcBef>
                <a:spcPts val="500"/>
              </a:spcBef>
              <a:spcAft>
                <a:spcPts val="0"/>
              </a:spcAft>
              <a:buClr>
                <a:schemeClr val="dk1"/>
              </a:buClr>
              <a:buSzPts val="2400"/>
              <a:buNone/>
              <a:defRPr/>
            </a:lvl2pPr>
            <a:lvl3pPr lvl="2" algn="ctr">
              <a:lnSpc>
                <a:spcPct val="90000"/>
              </a:lnSpc>
              <a:spcBef>
                <a:spcPts val="500"/>
              </a:spcBef>
              <a:spcAft>
                <a:spcPts val="0"/>
              </a:spcAft>
              <a:buClr>
                <a:schemeClr val="dk1"/>
              </a:buClr>
              <a:buSzPts val="2000"/>
              <a:buNone/>
              <a:defRPr/>
            </a:lvl3pPr>
            <a:lvl4pPr lvl="3" algn="ctr">
              <a:lnSpc>
                <a:spcPct val="90000"/>
              </a:lnSpc>
              <a:spcBef>
                <a:spcPts val="500"/>
              </a:spcBef>
              <a:spcAft>
                <a:spcPts val="0"/>
              </a:spcAft>
              <a:buClr>
                <a:schemeClr val="dk1"/>
              </a:buClr>
              <a:buSzPts val="1800"/>
              <a:buNone/>
              <a:defRPr/>
            </a:lvl4pPr>
            <a:lvl5pPr lvl="4" algn="ctr">
              <a:lnSpc>
                <a:spcPct val="90000"/>
              </a:lnSpc>
              <a:spcBef>
                <a:spcPts val="500"/>
              </a:spcBef>
              <a:spcAft>
                <a:spcPts val="0"/>
              </a:spcAft>
              <a:buClr>
                <a:schemeClr val="dk1"/>
              </a:buClr>
              <a:buSzPts val="1800"/>
              <a:buNone/>
              <a:defRPr/>
            </a:lvl5pPr>
            <a:lvl6pPr lvl="5" algn="ctr">
              <a:lnSpc>
                <a:spcPct val="90000"/>
              </a:lnSpc>
              <a:spcBef>
                <a:spcPts val="500"/>
              </a:spcBef>
              <a:spcAft>
                <a:spcPts val="0"/>
              </a:spcAft>
              <a:buClr>
                <a:schemeClr val="dk1"/>
              </a:buClr>
              <a:buSzPts val="1800"/>
              <a:buNone/>
              <a:defRPr/>
            </a:lvl6pPr>
            <a:lvl7pPr lvl="6" algn="ctr">
              <a:lnSpc>
                <a:spcPct val="90000"/>
              </a:lnSpc>
              <a:spcBef>
                <a:spcPts val="500"/>
              </a:spcBef>
              <a:spcAft>
                <a:spcPts val="0"/>
              </a:spcAft>
              <a:buClr>
                <a:schemeClr val="dk1"/>
              </a:buClr>
              <a:buSzPts val="1800"/>
              <a:buNone/>
              <a:defRPr/>
            </a:lvl7pPr>
            <a:lvl8pPr lvl="7" algn="ctr">
              <a:lnSpc>
                <a:spcPct val="90000"/>
              </a:lnSpc>
              <a:spcBef>
                <a:spcPts val="500"/>
              </a:spcBef>
              <a:spcAft>
                <a:spcPts val="0"/>
              </a:spcAft>
              <a:buClr>
                <a:schemeClr val="dk1"/>
              </a:buClr>
              <a:buSzPts val="1800"/>
              <a:buNone/>
              <a:defRPr/>
            </a:lvl8pPr>
            <a:lvl9pPr lvl="8" algn="ctr">
              <a:lnSpc>
                <a:spcPct val="90000"/>
              </a:lnSpc>
              <a:spcBef>
                <a:spcPts val="500"/>
              </a:spcBef>
              <a:spcAft>
                <a:spcPts val="0"/>
              </a:spcAft>
              <a:buClr>
                <a:schemeClr val="dk1"/>
              </a:buClr>
              <a:buSzPts val="1800"/>
              <a:buNone/>
              <a:defRPr/>
            </a:lvl9pPr>
          </a:lstStyle>
          <a:p/>
        </p:txBody>
      </p:sp>
      <p:sp>
        <p:nvSpPr>
          <p:cNvPr id="32" name="Google Shape;3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98989"/>
                </a:solidFill>
                <a:latin typeface="Arial"/>
                <a:ea typeface="Arial"/>
                <a:cs typeface="Arial"/>
                <a:sym typeface="Arial"/>
              </a:defRPr>
            </a:lvl1pPr>
            <a:lvl2pPr indent="0" lvl="1" marL="0" marR="0" algn="r">
              <a:spcBef>
                <a:spcPts val="0"/>
              </a:spcBef>
              <a:spcAft>
                <a:spcPts val="0"/>
              </a:spcAft>
              <a:buNone/>
              <a:defRPr sz="1200">
                <a:solidFill>
                  <a:srgbClr val="898989"/>
                </a:solidFill>
                <a:latin typeface="Arial"/>
                <a:ea typeface="Arial"/>
                <a:cs typeface="Arial"/>
                <a:sym typeface="Arial"/>
              </a:defRPr>
            </a:lvl2pPr>
            <a:lvl3pPr indent="0" lvl="2" marL="0" marR="0" algn="r">
              <a:spcBef>
                <a:spcPts val="0"/>
              </a:spcBef>
              <a:spcAft>
                <a:spcPts val="0"/>
              </a:spcAft>
              <a:buNone/>
              <a:defRPr sz="1200">
                <a:solidFill>
                  <a:srgbClr val="898989"/>
                </a:solidFill>
                <a:latin typeface="Arial"/>
                <a:ea typeface="Arial"/>
                <a:cs typeface="Arial"/>
                <a:sym typeface="Arial"/>
              </a:defRPr>
            </a:lvl3pPr>
            <a:lvl4pPr indent="0" lvl="3" marL="0" marR="0" algn="r">
              <a:spcBef>
                <a:spcPts val="0"/>
              </a:spcBef>
              <a:spcAft>
                <a:spcPts val="0"/>
              </a:spcAft>
              <a:buNone/>
              <a:defRPr sz="1200">
                <a:solidFill>
                  <a:srgbClr val="898989"/>
                </a:solidFill>
                <a:latin typeface="Arial"/>
                <a:ea typeface="Arial"/>
                <a:cs typeface="Arial"/>
                <a:sym typeface="Arial"/>
              </a:defRPr>
            </a:lvl4pPr>
            <a:lvl5pPr indent="0" lvl="4" marL="0" marR="0" algn="r">
              <a:spcBef>
                <a:spcPts val="0"/>
              </a:spcBef>
              <a:spcAft>
                <a:spcPts val="0"/>
              </a:spcAft>
              <a:buNone/>
              <a:defRPr sz="1200">
                <a:solidFill>
                  <a:srgbClr val="898989"/>
                </a:solidFill>
                <a:latin typeface="Arial"/>
                <a:ea typeface="Arial"/>
                <a:cs typeface="Arial"/>
                <a:sym typeface="Arial"/>
              </a:defRPr>
            </a:lvl5pPr>
            <a:lvl6pPr indent="0" lvl="5" marL="0" marR="0" algn="r">
              <a:spcBef>
                <a:spcPts val="0"/>
              </a:spcBef>
              <a:spcAft>
                <a:spcPts val="0"/>
              </a:spcAft>
              <a:buNone/>
              <a:defRPr sz="1200">
                <a:solidFill>
                  <a:srgbClr val="898989"/>
                </a:solidFill>
                <a:latin typeface="Arial"/>
                <a:ea typeface="Arial"/>
                <a:cs typeface="Arial"/>
                <a:sym typeface="Arial"/>
              </a:defRPr>
            </a:lvl6pPr>
            <a:lvl7pPr indent="0" lvl="6" marL="0" marR="0" algn="r">
              <a:spcBef>
                <a:spcPts val="0"/>
              </a:spcBef>
              <a:spcAft>
                <a:spcPts val="0"/>
              </a:spcAft>
              <a:buNone/>
              <a:defRPr sz="1200">
                <a:solidFill>
                  <a:srgbClr val="898989"/>
                </a:solidFill>
                <a:latin typeface="Arial"/>
                <a:ea typeface="Arial"/>
                <a:cs typeface="Arial"/>
                <a:sym typeface="Arial"/>
              </a:defRPr>
            </a:lvl7pPr>
            <a:lvl8pPr indent="0" lvl="7" marL="0" marR="0" algn="r">
              <a:spcBef>
                <a:spcPts val="0"/>
              </a:spcBef>
              <a:spcAft>
                <a:spcPts val="0"/>
              </a:spcAft>
              <a:buNone/>
              <a:defRPr sz="1200">
                <a:solidFill>
                  <a:srgbClr val="898989"/>
                </a:solidFill>
                <a:latin typeface="Arial"/>
                <a:ea typeface="Arial"/>
                <a:cs typeface="Arial"/>
                <a:sym typeface="Arial"/>
              </a:defRPr>
            </a:lvl8pPr>
            <a:lvl9pPr indent="0" lvl="8" marL="0" marR="0" algn="r">
              <a:spcBef>
                <a:spcPts val="0"/>
              </a:spcBef>
              <a:spcAft>
                <a:spcPts val="0"/>
              </a:spcAft>
              <a:buNone/>
              <a:defRPr sz="12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800">
              <a:solidFill>
                <a:schemeClr val="dk1"/>
              </a:solidFill>
            </a:endParaRPr>
          </a:p>
        </p:txBody>
      </p:sp>
      <p:pic>
        <p:nvPicPr>
          <p:cNvPr descr="C:\Users\Administrator\Desktop\图片2.png" id="35" name="Google Shape;35;p20"/>
          <p:cNvPicPr preferRelativeResize="0"/>
          <p:nvPr/>
        </p:nvPicPr>
        <p:blipFill rotWithShape="1">
          <a:blip r:embed="rId2">
            <a:alphaModFix/>
          </a:blip>
          <a:srcRect b="0" l="0" r="0" t="0"/>
          <a:stretch/>
        </p:blipFill>
        <p:spPr>
          <a:xfrm>
            <a:off x="8016488" y="0"/>
            <a:ext cx="4175512" cy="783771"/>
          </a:xfrm>
          <a:prstGeom prst="rect">
            <a:avLst/>
          </a:prstGeom>
          <a:noFill/>
          <a:ln>
            <a:noFill/>
          </a:ln>
        </p:spPr>
      </p:pic>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36" name="Shape 36"/>
        <p:cNvGrpSpPr/>
        <p:nvPr/>
      </p:nvGrpSpPr>
      <p:grpSpPr>
        <a:xfrm>
          <a:off x="0" y="0"/>
          <a:ext cx="0" cy="0"/>
          <a:chOff x="0" y="0"/>
          <a:chExt cx="0" cy="0"/>
        </a:xfrm>
      </p:grpSpPr>
      <p:sp>
        <p:nvSpPr>
          <p:cNvPr id="37" name="Google Shape;37;p21"/>
          <p:cNvSpPr/>
          <p:nvPr/>
        </p:nvSpPr>
        <p:spPr>
          <a:xfrm>
            <a:off x="0" y="0"/>
            <a:ext cx="12192000" cy="6858000"/>
          </a:xfrm>
          <a:prstGeom prst="rect">
            <a:avLst/>
          </a:prstGeom>
          <a:gradFill>
            <a:gsLst>
              <a:gs pos="0">
                <a:srgbClr val="FFFFFF"/>
              </a:gs>
              <a:gs pos="67000">
                <a:srgbClr val="BFBFBF"/>
              </a:gs>
              <a:gs pos="100000">
                <a:srgbClr val="A5A5A5"/>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imSun"/>
              <a:ea typeface="SimSun"/>
              <a:cs typeface="SimSun"/>
              <a:sym typeface="SimSun"/>
            </a:endParaRPr>
          </a:p>
        </p:txBody>
      </p:sp>
      <p:sp>
        <p:nvSpPr>
          <p:cNvPr id="38" name="Google Shape;3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9" name="Google Shape;39;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10" type="dt"/>
          </p:nvPr>
        </p:nvSpPr>
        <p:spPr>
          <a:xfrm>
            <a:off x="0" y="6492875"/>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1"/>
          <p:cNvSpPr txBox="1"/>
          <p:nvPr>
            <p:ph idx="12" type="sldNum"/>
          </p:nvPr>
        </p:nvSpPr>
        <p:spPr>
          <a:xfrm>
            <a:off x="9448800" y="6492875"/>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chemeClr val="dk1"/>
                </a:solidFill>
                <a:latin typeface="Arial"/>
                <a:ea typeface="Arial"/>
                <a:cs typeface="Arial"/>
                <a:sym typeface="Arial"/>
              </a:defRPr>
            </a:lvl1pPr>
            <a:lvl2pPr indent="0" lvl="1" marL="0" marR="0" algn="r">
              <a:spcBef>
                <a:spcPts val="0"/>
              </a:spcBef>
              <a:spcAft>
                <a:spcPts val="0"/>
              </a:spcAft>
              <a:buNone/>
              <a:defRPr sz="1200">
                <a:solidFill>
                  <a:schemeClr val="dk1"/>
                </a:solidFill>
                <a:latin typeface="Arial"/>
                <a:ea typeface="Arial"/>
                <a:cs typeface="Arial"/>
                <a:sym typeface="Arial"/>
              </a:defRPr>
            </a:lvl2pPr>
            <a:lvl3pPr indent="0" lvl="2" marL="0" marR="0" algn="r">
              <a:spcBef>
                <a:spcPts val="0"/>
              </a:spcBef>
              <a:spcAft>
                <a:spcPts val="0"/>
              </a:spcAft>
              <a:buNone/>
              <a:defRPr sz="1200">
                <a:solidFill>
                  <a:schemeClr val="dk1"/>
                </a:solidFill>
                <a:latin typeface="Arial"/>
                <a:ea typeface="Arial"/>
                <a:cs typeface="Arial"/>
                <a:sym typeface="Arial"/>
              </a:defRPr>
            </a:lvl3pPr>
            <a:lvl4pPr indent="0" lvl="3" marL="0" marR="0" algn="r">
              <a:spcBef>
                <a:spcPts val="0"/>
              </a:spcBef>
              <a:spcAft>
                <a:spcPts val="0"/>
              </a:spcAft>
              <a:buNone/>
              <a:defRPr sz="1200">
                <a:solidFill>
                  <a:schemeClr val="dk1"/>
                </a:solidFill>
                <a:latin typeface="Arial"/>
                <a:ea typeface="Arial"/>
                <a:cs typeface="Arial"/>
                <a:sym typeface="Arial"/>
              </a:defRPr>
            </a:lvl4pPr>
            <a:lvl5pPr indent="0" lvl="4" marL="0" marR="0" algn="r">
              <a:spcBef>
                <a:spcPts val="0"/>
              </a:spcBef>
              <a:spcAft>
                <a:spcPts val="0"/>
              </a:spcAft>
              <a:buNone/>
              <a:defRPr sz="1200">
                <a:solidFill>
                  <a:schemeClr val="dk1"/>
                </a:solidFill>
                <a:latin typeface="Arial"/>
                <a:ea typeface="Arial"/>
                <a:cs typeface="Arial"/>
                <a:sym typeface="Arial"/>
              </a:defRPr>
            </a:lvl5pPr>
            <a:lvl6pPr indent="0" lvl="5" marL="0" marR="0" algn="r">
              <a:spcBef>
                <a:spcPts val="0"/>
              </a:spcBef>
              <a:spcAft>
                <a:spcPts val="0"/>
              </a:spcAft>
              <a:buNone/>
              <a:defRPr sz="1200">
                <a:solidFill>
                  <a:schemeClr val="dk1"/>
                </a:solidFill>
                <a:latin typeface="Arial"/>
                <a:ea typeface="Arial"/>
                <a:cs typeface="Arial"/>
                <a:sym typeface="Arial"/>
              </a:defRPr>
            </a:lvl6pPr>
            <a:lvl7pPr indent="0" lvl="6" marL="0" marR="0" algn="r">
              <a:spcBef>
                <a:spcPts val="0"/>
              </a:spcBef>
              <a:spcAft>
                <a:spcPts val="0"/>
              </a:spcAft>
              <a:buNone/>
              <a:defRPr sz="1200">
                <a:solidFill>
                  <a:schemeClr val="dk1"/>
                </a:solidFill>
                <a:latin typeface="Arial"/>
                <a:ea typeface="Arial"/>
                <a:cs typeface="Arial"/>
                <a:sym typeface="Arial"/>
              </a:defRPr>
            </a:lvl7pPr>
            <a:lvl8pPr indent="0" lvl="7" marL="0" marR="0" algn="r">
              <a:spcBef>
                <a:spcPts val="0"/>
              </a:spcBef>
              <a:spcAft>
                <a:spcPts val="0"/>
              </a:spcAft>
              <a:buNone/>
              <a:defRPr sz="1200">
                <a:solidFill>
                  <a:schemeClr val="dk1"/>
                </a:solidFill>
                <a:latin typeface="Arial"/>
                <a:ea typeface="Arial"/>
                <a:cs typeface="Arial"/>
                <a:sym typeface="Arial"/>
              </a:defRPr>
            </a:lvl8pPr>
            <a:lvl9pPr indent="0" lvl="8" marL="0" marR="0" algn="r">
              <a:spcBef>
                <a:spcPts val="0"/>
              </a:spcBef>
              <a:spcAft>
                <a:spcPts val="0"/>
              </a:spcAft>
              <a:buNone/>
              <a:defRPr sz="12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800"/>
          </a:p>
        </p:txBody>
      </p:sp>
      <p:sp>
        <p:nvSpPr>
          <p:cNvPr id="43" name="Google Shape;43;p21"/>
          <p:cNvSpPr/>
          <p:nvPr/>
        </p:nvSpPr>
        <p:spPr>
          <a:xfrm>
            <a:off x="1000125" y="-455613"/>
            <a:ext cx="3727450" cy="3727451"/>
          </a:xfrm>
          <a:prstGeom prst="ellipse">
            <a:avLst/>
          </a:prstGeom>
          <a:solidFill>
            <a:srgbClr val="57C6C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imSun"/>
              <a:ea typeface="SimSun"/>
              <a:cs typeface="SimSun"/>
              <a:sym typeface="SimSun"/>
            </a:endParaRPr>
          </a:p>
        </p:txBody>
      </p:sp>
      <p:sp>
        <p:nvSpPr>
          <p:cNvPr id="44" name="Google Shape;44;p21"/>
          <p:cNvSpPr/>
          <p:nvPr/>
        </p:nvSpPr>
        <p:spPr>
          <a:xfrm>
            <a:off x="1176338" y="-279400"/>
            <a:ext cx="3375025" cy="3375025"/>
          </a:xfrm>
          <a:prstGeom prst="ellipse">
            <a:avLst/>
          </a:prstGeom>
          <a:solidFill>
            <a:srgbClr val="202A3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imSun"/>
              <a:ea typeface="SimSun"/>
              <a:cs typeface="SimSun"/>
              <a:sym typeface="SimSun"/>
            </a:endParaRPr>
          </a:p>
        </p:txBody>
      </p:sp>
      <p:sp>
        <p:nvSpPr>
          <p:cNvPr id="45" name="Google Shape;45;p21"/>
          <p:cNvSpPr/>
          <p:nvPr/>
        </p:nvSpPr>
        <p:spPr>
          <a:xfrm>
            <a:off x="1208088" y="719138"/>
            <a:ext cx="3311525" cy="1497012"/>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None/>
            </a:pPr>
            <a:r>
              <a:rPr b="1" lang="en-US" sz="4800">
                <a:solidFill>
                  <a:srgbClr val="F2F2F2"/>
                </a:solidFill>
                <a:latin typeface="Microsoft Yahei"/>
                <a:ea typeface="Microsoft Yahei"/>
                <a:cs typeface="Microsoft Yahei"/>
                <a:sym typeface="Microsoft Yahei"/>
              </a:rPr>
              <a:t>目录</a:t>
            </a:r>
            <a:r>
              <a:rPr b="1" lang="en-US" sz="4000">
                <a:solidFill>
                  <a:srgbClr val="F2F2F2"/>
                </a:solidFill>
                <a:latin typeface="Microsoft Yahei"/>
                <a:ea typeface="Microsoft Yahei"/>
                <a:cs typeface="Microsoft Yahei"/>
                <a:sym typeface="Microsoft Yahei"/>
              </a:rPr>
              <a:t> </a:t>
            </a:r>
            <a:endParaRPr b="1" sz="4000">
              <a:solidFill>
                <a:srgbClr val="F2F2F2"/>
              </a:solidFill>
              <a:latin typeface="Microsoft Yahei"/>
              <a:ea typeface="Microsoft Yahei"/>
              <a:cs typeface="Microsoft Yahei"/>
              <a:sym typeface="Microsoft Yahei"/>
            </a:endParaRPr>
          </a:p>
          <a:p>
            <a:pPr indent="0" lvl="0" marL="0" marR="0" rtl="0" algn="ctr">
              <a:lnSpc>
                <a:spcPct val="120000"/>
              </a:lnSpc>
              <a:spcBef>
                <a:spcPts val="0"/>
              </a:spcBef>
              <a:spcAft>
                <a:spcPts val="0"/>
              </a:spcAft>
              <a:buNone/>
            </a:pPr>
            <a:r>
              <a:rPr lang="en-US" sz="2800">
                <a:solidFill>
                  <a:srgbClr val="F2F2F2"/>
                </a:solidFill>
                <a:latin typeface="Microsoft Yahei"/>
                <a:ea typeface="Microsoft Yahei"/>
                <a:cs typeface="Microsoft Yahei"/>
                <a:sym typeface="Microsoft Yahei"/>
              </a:rPr>
              <a:t>Contents</a:t>
            </a:r>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p:cSld name="节标题">
    <p:spTree>
      <p:nvGrpSpPr>
        <p:cNvPr id="46" name="Shape 46"/>
        <p:cNvGrpSpPr/>
        <p:nvPr/>
      </p:nvGrpSpPr>
      <p:grpSpPr>
        <a:xfrm>
          <a:off x="0" y="0"/>
          <a:ext cx="0" cy="0"/>
          <a:chOff x="0" y="0"/>
          <a:chExt cx="0" cy="0"/>
        </a:xfrm>
      </p:grpSpPr>
      <p:sp>
        <p:nvSpPr>
          <p:cNvPr id="47" name="Google Shape;47;p22"/>
          <p:cNvSpPr/>
          <p:nvPr/>
        </p:nvSpPr>
        <p:spPr>
          <a:xfrm>
            <a:off x="0" y="0"/>
            <a:ext cx="12192000" cy="6858000"/>
          </a:xfrm>
          <a:prstGeom prst="rect">
            <a:avLst/>
          </a:prstGeom>
          <a:gradFill>
            <a:gsLst>
              <a:gs pos="0">
                <a:srgbClr val="FFFFFF"/>
              </a:gs>
              <a:gs pos="67000">
                <a:srgbClr val="BFBFBF"/>
              </a:gs>
              <a:gs pos="100000">
                <a:srgbClr val="A5A5A5"/>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imSun"/>
              <a:ea typeface="SimSun"/>
              <a:cs typeface="SimSun"/>
              <a:sym typeface="SimSun"/>
            </a:endParaRPr>
          </a:p>
        </p:txBody>
      </p:sp>
      <p:sp>
        <p:nvSpPr>
          <p:cNvPr id="48" name="Google Shape;48;p22"/>
          <p:cNvSpPr/>
          <p:nvPr/>
        </p:nvSpPr>
        <p:spPr>
          <a:xfrm>
            <a:off x="6096000" y="0"/>
            <a:ext cx="6096000" cy="6858000"/>
          </a:xfrm>
          <a:prstGeom prst="rect">
            <a:avLst/>
          </a:prstGeom>
          <a:solidFill>
            <a:srgbClr val="202A3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imSun"/>
              <a:ea typeface="SimSun"/>
              <a:cs typeface="SimSun"/>
              <a:sym typeface="SimSun"/>
            </a:endParaRPr>
          </a:p>
        </p:txBody>
      </p:sp>
      <p:sp>
        <p:nvSpPr>
          <p:cNvPr id="49" name="Google Shape;49;p22"/>
          <p:cNvSpPr txBox="1"/>
          <p:nvPr>
            <p:ph idx="10" type="dt"/>
          </p:nvPr>
        </p:nvSpPr>
        <p:spPr>
          <a:xfrm>
            <a:off x="0" y="6492875"/>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2"/>
          <p:cNvSpPr txBox="1"/>
          <p:nvPr>
            <p:ph idx="12" type="sldNum"/>
          </p:nvPr>
        </p:nvSpPr>
        <p:spPr>
          <a:xfrm>
            <a:off x="9448800" y="6492875"/>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chemeClr val="lt1"/>
                </a:solidFill>
                <a:latin typeface="Arial"/>
                <a:ea typeface="Arial"/>
                <a:cs typeface="Arial"/>
                <a:sym typeface="Arial"/>
              </a:defRPr>
            </a:lvl1pPr>
            <a:lvl2pPr indent="0" lvl="1" marL="0" marR="0" algn="r">
              <a:spcBef>
                <a:spcPts val="0"/>
              </a:spcBef>
              <a:spcAft>
                <a:spcPts val="0"/>
              </a:spcAft>
              <a:buNone/>
              <a:defRPr sz="1200">
                <a:solidFill>
                  <a:schemeClr val="lt1"/>
                </a:solidFill>
                <a:latin typeface="Arial"/>
                <a:ea typeface="Arial"/>
                <a:cs typeface="Arial"/>
                <a:sym typeface="Arial"/>
              </a:defRPr>
            </a:lvl2pPr>
            <a:lvl3pPr indent="0" lvl="2" marL="0" marR="0" algn="r">
              <a:spcBef>
                <a:spcPts val="0"/>
              </a:spcBef>
              <a:spcAft>
                <a:spcPts val="0"/>
              </a:spcAft>
              <a:buNone/>
              <a:defRPr sz="1200">
                <a:solidFill>
                  <a:schemeClr val="lt1"/>
                </a:solidFill>
                <a:latin typeface="Arial"/>
                <a:ea typeface="Arial"/>
                <a:cs typeface="Arial"/>
                <a:sym typeface="Arial"/>
              </a:defRPr>
            </a:lvl3pPr>
            <a:lvl4pPr indent="0" lvl="3" marL="0" marR="0" algn="r">
              <a:spcBef>
                <a:spcPts val="0"/>
              </a:spcBef>
              <a:spcAft>
                <a:spcPts val="0"/>
              </a:spcAft>
              <a:buNone/>
              <a:defRPr sz="1200">
                <a:solidFill>
                  <a:schemeClr val="lt1"/>
                </a:solidFill>
                <a:latin typeface="Arial"/>
                <a:ea typeface="Arial"/>
                <a:cs typeface="Arial"/>
                <a:sym typeface="Arial"/>
              </a:defRPr>
            </a:lvl4pPr>
            <a:lvl5pPr indent="0" lvl="4" marL="0" marR="0" algn="r">
              <a:spcBef>
                <a:spcPts val="0"/>
              </a:spcBef>
              <a:spcAft>
                <a:spcPts val="0"/>
              </a:spcAft>
              <a:buNone/>
              <a:defRPr sz="1200">
                <a:solidFill>
                  <a:schemeClr val="lt1"/>
                </a:solidFill>
                <a:latin typeface="Arial"/>
                <a:ea typeface="Arial"/>
                <a:cs typeface="Arial"/>
                <a:sym typeface="Arial"/>
              </a:defRPr>
            </a:lvl5pPr>
            <a:lvl6pPr indent="0" lvl="5" marL="0" marR="0" algn="r">
              <a:spcBef>
                <a:spcPts val="0"/>
              </a:spcBef>
              <a:spcAft>
                <a:spcPts val="0"/>
              </a:spcAft>
              <a:buNone/>
              <a:defRPr sz="1200">
                <a:solidFill>
                  <a:schemeClr val="lt1"/>
                </a:solidFill>
                <a:latin typeface="Arial"/>
                <a:ea typeface="Arial"/>
                <a:cs typeface="Arial"/>
                <a:sym typeface="Arial"/>
              </a:defRPr>
            </a:lvl6pPr>
            <a:lvl7pPr indent="0" lvl="6" marL="0" marR="0" algn="r">
              <a:spcBef>
                <a:spcPts val="0"/>
              </a:spcBef>
              <a:spcAft>
                <a:spcPts val="0"/>
              </a:spcAft>
              <a:buNone/>
              <a:defRPr sz="1200">
                <a:solidFill>
                  <a:schemeClr val="lt1"/>
                </a:solidFill>
                <a:latin typeface="Arial"/>
                <a:ea typeface="Arial"/>
                <a:cs typeface="Arial"/>
                <a:sym typeface="Arial"/>
              </a:defRPr>
            </a:lvl7pPr>
            <a:lvl8pPr indent="0" lvl="7" marL="0" marR="0" algn="r">
              <a:spcBef>
                <a:spcPts val="0"/>
              </a:spcBef>
              <a:spcAft>
                <a:spcPts val="0"/>
              </a:spcAft>
              <a:buNone/>
              <a:defRPr sz="1200">
                <a:solidFill>
                  <a:schemeClr val="lt1"/>
                </a:solidFill>
                <a:latin typeface="Arial"/>
                <a:ea typeface="Arial"/>
                <a:cs typeface="Arial"/>
                <a:sym typeface="Arial"/>
              </a:defRPr>
            </a:lvl8pPr>
            <a:lvl9pPr indent="0" lvl="8" marL="0" marR="0" algn="r">
              <a:spcBef>
                <a:spcPts val="0"/>
              </a:spcBef>
              <a:spcAft>
                <a:spcPts val="0"/>
              </a:spcAft>
              <a:buNone/>
              <a:defRPr sz="12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80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52" name="Shape 52"/>
        <p:cNvGrpSpPr/>
        <p:nvPr/>
      </p:nvGrpSpPr>
      <p:grpSpPr>
        <a:xfrm>
          <a:off x="0" y="0"/>
          <a:ext cx="0" cy="0"/>
          <a:chOff x="0" y="0"/>
          <a:chExt cx="0" cy="0"/>
        </a:xfrm>
      </p:grpSpPr>
      <p:sp>
        <p:nvSpPr>
          <p:cNvPr id="53" name="Google Shape;53;p2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4" name="Google Shape;54;p23"/>
          <p:cNvSpPr txBox="1"/>
          <p:nvPr>
            <p:ph idx="1" type="body"/>
          </p:nvPr>
        </p:nvSpPr>
        <p:spPr>
          <a:xfrm>
            <a:off x="609600" y="1535113"/>
            <a:ext cx="5386388" cy="6397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23"/>
          <p:cNvSpPr txBox="1"/>
          <p:nvPr>
            <p:ph idx="2" type="body"/>
          </p:nvPr>
        </p:nvSpPr>
        <p:spPr>
          <a:xfrm>
            <a:off x="609600" y="2174875"/>
            <a:ext cx="53863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30200" lvl="5" marL="2743200" algn="l">
              <a:lnSpc>
                <a:spcPct val="90000"/>
              </a:lnSpc>
              <a:spcBef>
                <a:spcPts val="500"/>
              </a:spcBef>
              <a:spcAft>
                <a:spcPts val="0"/>
              </a:spcAft>
              <a:buClr>
                <a:schemeClr val="dk1"/>
              </a:buClr>
              <a:buSzPts val="1600"/>
              <a:buChar char="•"/>
              <a:defRPr sz="1600"/>
            </a:lvl6pPr>
            <a:lvl7pPr indent="-330200" lvl="6" marL="3200400" algn="l">
              <a:lnSpc>
                <a:spcPct val="90000"/>
              </a:lnSpc>
              <a:spcBef>
                <a:spcPts val="500"/>
              </a:spcBef>
              <a:spcAft>
                <a:spcPts val="0"/>
              </a:spcAft>
              <a:buClr>
                <a:schemeClr val="dk1"/>
              </a:buClr>
              <a:buSzPts val="1600"/>
              <a:buChar char="•"/>
              <a:defRPr sz="1600"/>
            </a:lvl7pPr>
            <a:lvl8pPr indent="-330200" lvl="7" marL="3657600" algn="l">
              <a:lnSpc>
                <a:spcPct val="90000"/>
              </a:lnSpc>
              <a:spcBef>
                <a:spcPts val="500"/>
              </a:spcBef>
              <a:spcAft>
                <a:spcPts val="0"/>
              </a:spcAft>
              <a:buClr>
                <a:schemeClr val="dk1"/>
              </a:buClr>
              <a:buSzPts val="1600"/>
              <a:buChar char="•"/>
              <a:defRPr sz="1600"/>
            </a:lvl8pPr>
            <a:lvl9pPr indent="-330200" lvl="8" marL="4114800" algn="l">
              <a:lnSpc>
                <a:spcPct val="90000"/>
              </a:lnSpc>
              <a:spcBef>
                <a:spcPts val="500"/>
              </a:spcBef>
              <a:spcAft>
                <a:spcPts val="0"/>
              </a:spcAft>
              <a:buClr>
                <a:schemeClr val="dk1"/>
              </a:buClr>
              <a:buSzPts val="1600"/>
              <a:buChar char="•"/>
              <a:defRPr sz="1600"/>
            </a:lvl9pPr>
          </a:lstStyle>
          <a:p/>
        </p:txBody>
      </p:sp>
      <p:sp>
        <p:nvSpPr>
          <p:cNvPr id="56" name="Google Shape;56;p23"/>
          <p:cNvSpPr txBox="1"/>
          <p:nvPr>
            <p:ph idx="3" type="body"/>
          </p:nvPr>
        </p:nvSpPr>
        <p:spPr>
          <a:xfrm>
            <a:off x="6192838" y="1535113"/>
            <a:ext cx="5389562" cy="6397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3"/>
          <p:cNvSpPr txBox="1"/>
          <p:nvPr>
            <p:ph idx="4" type="body"/>
          </p:nvPr>
        </p:nvSpPr>
        <p:spPr>
          <a:xfrm>
            <a:off x="6192838" y="2174875"/>
            <a:ext cx="5389562" cy="3951288"/>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30200" lvl="5" marL="2743200" algn="l">
              <a:lnSpc>
                <a:spcPct val="90000"/>
              </a:lnSpc>
              <a:spcBef>
                <a:spcPts val="500"/>
              </a:spcBef>
              <a:spcAft>
                <a:spcPts val="0"/>
              </a:spcAft>
              <a:buClr>
                <a:schemeClr val="dk1"/>
              </a:buClr>
              <a:buSzPts val="1600"/>
              <a:buChar char="•"/>
              <a:defRPr sz="1600"/>
            </a:lvl6pPr>
            <a:lvl7pPr indent="-330200" lvl="6" marL="3200400" algn="l">
              <a:lnSpc>
                <a:spcPct val="90000"/>
              </a:lnSpc>
              <a:spcBef>
                <a:spcPts val="500"/>
              </a:spcBef>
              <a:spcAft>
                <a:spcPts val="0"/>
              </a:spcAft>
              <a:buClr>
                <a:schemeClr val="dk1"/>
              </a:buClr>
              <a:buSzPts val="1600"/>
              <a:buChar char="•"/>
              <a:defRPr sz="1600"/>
            </a:lvl7pPr>
            <a:lvl8pPr indent="-330200" lvl="7" marL="3657600" algn="l">
              <a:lnSpc>
                <a:spcPct val="90000"/>
              </a:lnSpc>
              <a:spcBef>
                <a:spcPts val="500"/>
              </a:spcBef>
              <a:spcAft>
                <a:spcPts val="0"/>
              </a:spcAft>
              <a:buClr>
                <a:schemeClr val="dk1"/>
              </a:buClr>
              <a:buSzPts val="1600"/>
              <a:buChar char="•"/>
              <a:defRPr sz="1600"/>
            </a:lvl8pPr>
            <a:lvl9pPr indent="-330200" lvl="8" marL="4114800" algn="l">
              <a:lnSpc>
                <a:spcPct val="90000"/>
              </a:lnSpc>
              <a:spcBef>
                <a:spcPts val="500"/>
              </a:spcBef>
              <a:spcAft>
                <a:spcPts val="0"/>
              </a:spcAft>
              <a:buClr>
                <a:schemeClr val="dk1"/>
              </a:buClr>
              <a:buSzPts val="1600"/>
              <a:buChar char="•"/>
              <a:defRPr sz="1600"/>
            </a:lvl9pPr>
          </a:lstStyle>
          <a:p/>
        </p:txBody>
      </p:sp>
      <p:sp>
        <p:nvSpPr>
          <p:cNvPr id="58" name="Google Shape;5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98989"/>
                </a:solidFill>
                <a:latin typeface="Arial"/>
                <a:ea typeface="Arial"/>
                <a:cs typeface="Arial"/>
                <a:sym typeface="Arial"/>
              </a:defRPr>
            </a:lvl1pPr>
            <a:lvl2pPr indent="0" lvl="1" marL="0" marR="0" algn="r">
              <a:spcBef>
                <a:spcPts val="0"/>
              </a:spcBef>
              <a:spcAft>
                <a:spcPts val="0"/>
              </a:spcAft>
              <a:buNone/>
              <a:defRPr sz="1200">
                <a:solidFill>
                  <a:srgbClr val="898989"/>
                </a:solidFill>
                <a:latin typeface="Arial"/>
                <a:ea typeface="Arial"/>
                <a:cs typeface="Arial"/>
                <a:sym typeface="Arial"/>
              </a:defRPr>
            </a:lvl2pPr>
            <a:lvl3pPr indent="0" lvl="2" marL="0" marR="0" algn="r">
              <a:spcBef>
                <a:spcPts val="0"/>
              </a:spcBef>
              <a:spcAft>
                <a:spcPts val="0"/>
              </a:spcAft>
              <a:buNone/>
              <a:defRPr sz="1200">
                <a:solidFill>
                  <a:srgbClr val="898989"/>
                </a:solidFill>
                <a:latin typeface="Arial"/>
                <a:ea typeface="Arial"/>
                <a:cs typeface="Arial"/>
                <a:sym typeface="Arial"/>
              </a:defRPr>
            </a:lvl3pPr>
            <a:lvl4pPr indent="0" lvl="3" marL="0" marR="0" algn="r">
              <a:spcBef>
                <a:spcPts val="0"/>
              </a:spcBef>
              <a:spcAft>
                <a:spcPts val="0"/>
              </a:spcAft>
              <a:buNone/>
              <a:defRPr sz="1200">
                <a:solidFill>
                  <a:srgbClr val="898989"/>
                </a:solidFill>
                <a:latin typeface="Arial"/>
                <a:ea typeface="Arial"/>
                <a:cs typeface="Arial"/>
                <a:sym typeface="Arial"/>
              </a:defRPr>
            </a:lvl4pPr>
            <a:lvl5pPr indent="0" lvl="4" marL="0" marR="0" algn="r">
              <a:spcBef>
                <a:spcPts val="0"/>
              </a:spcBef>
              <a:spcAft>
                <a:spcPts val="0"/>
              </a:spcAft>
              <a:buNone/>
              <a:defRPr sz="1200">
                <a:solidFill>
                  <a:srgbClr val="898989"/>
                </a:solidFill>
                <a:latin typeface="Arial"/>
                <a:ea typeface="Arial"/>
                <a:cs typeface="Arial"/>
                <a:sym typeface="Arial"/>
              </a:defRPr>
            </a:lvl5pPr>
            <a:lvl6pPr indent="0" lvl="5" marL="0" marR="0" algn="r">
              <a:spcBef>
                <a:spcPts val="0"/>
              </a:spcBef>
              <a:spcAft>
                <a:spcPts val="0"/>
              </a:spcAft>
              <a:buNone/>
              <a:defRPr sz="1200">
                <a:solidFill>
                  <a:srgbClr val="898989"/>
                </a:solidFill>
                <a:latin typeface="Arial"/>
                <a:ea typeface="Arial"/>
                <a:cs typeface="Arial"/>
                <a:sym typeface="Arial"/>
              </a:defRPr>
            </a:lvl6pPr>
            <a:lvl7pPr indent="0" lvl="6" marL="0" marR="0" algn="r">
              <a:spcBef>
                <a:spcPts val="0"/>
              </a:spcBef>
              <a:spcAft>
                <a:spcPts val="0"/>
              </a:spcAft>
              <a:buNone/>
              <a:defRPr sz="1200">
                <a:solidFill>
                  <a:srgbClr val="898989"/>
                </a:solidFill>
                <a:latin typeface="Arial"/>
                <a:ea typeface="Arial"/>
                <a:cs typeface="Arial"/>
                <a:sym typeface="Arial"/>
              </a:defRPr>
            </a:lvl7pPr>
            <a:lvl8pPr indent="0" lvl="7" marL="0" marR="0" algn="r">
              <a:spcBef>
                <a:spcPts val="0"/>
              </a:spcBef>
              <a:spcAft>
                <a:spcPts val="0"/>
              </a:spcAft>
              <a:buNone/>
              <a:defRPr sz="1200">
                <a:solidFill>
                  <a:srgbClr val="898989"/>
                </a:solidFill>
                <a:latin typeface="Arial"/>
                <a:ea typeface="Arial"/>
                <a:cs typeface="Arial"/>
                <a:sym typeface="Arial"/>
              </a:defRPr>
            </a:lvl8pPr>
            <a:lvl9pPr indent="0" lvl="8" marL="0" marR="0" algn="r">
              <a:spcBef>
                <a:spcPts val="0"/>
              </a:spcBef>
              <a:spcAft>
                <a:spcPts val="0"/>
              </a:spcAft>
              <a:buNone/>
              <a:defRPr sz="12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800">
              <a:solidFill>
                <a:schemeClr val="dk1"/>
              </a:solidFill>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61" name="Shape 61"/>
        <p:cNvGrpSpPr/>
        <p:nvPr/>
      </p:nvGrpSpPr>
      <p:grpSpPr>
        <a:xfrm>
          <a:off x="0" y="0"/>
          <a:ext cx="0" cy="0"/>
          <a:chOff x="0" y="0"/>
          <a:chExt cx="0" cy="0"/>
        </a:xfrm>
      </p:grpSpPr>
      <p:sp>
        <p:nvSpPr>
          <p:cNvPr id="62" name="Google Shape;62;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3" name="Google Shape;63;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98989"/>
                </a:solidFill>
                <a:latin typeface="Arial"/>
                <a:ea typeface="Arial"/>
                <a:cs typeface="Arial"/>
                <a:sym typeface="Arial"/>
              </a:defRPr>
            </a:lvl1pPr>
            <a:lvl2pPr indent="0" lvl="1" marL="0" marR="0" algn="r">
              <a:spcBef>
                <a:spcPts val="0"/>
              </a:spcBef>
              <a:spcAft>
                <a:spcPts val="0"/>
              </a:spcAft>
              <a:buNone/>
              <a:defRPr sz="1200">
                <a:solidFill>
                  <a:srgbClr val="898989"/>
                </a:solidFill>
                <a:latin typeface="Arial"/>
                <a:ea typeface="Arial"/>
                <a:cs typeface="Arial"/>
                <a:sym typeface="Arial"/>
              </a:defRPr>
            </a:lvl2pPr>
            <a:lvl3pPr indent="0" lvl="2" marL="0" marR="0" algn="r">
              <a:spcBef>
                <a:spcPts val="0"/>
              </a:spcBef>
              <a:spcAft>
                <a:spcPts val="0"/>
              </a:spcAft>
              <a:buNone/>
              <a:defRPr sz="1200">
                <a:solidFill>
                  <a:srgbClr val="898989"/>
                </a:solidFill>
                <a:latin typeface="Arial"/>
                <a:ea typeface="Arial"/>
                <a:cs typeface="Arial"/>
                <a:sym typeface="Arial"/>
              </a:defRPr>
            </a:lvl3pPr>
            <a:lvl4pPr indent="0" lvl="3" marL="0" marR="0" algn="r">
              <a:spcBef>
                <a:spcPts val="0"/>
              </a:spcBef>
              <a:spcAft>
                <a:spcPts val="0"/>
              </a:spcAft>
              <a:buNone/>
              <a:defRPr sz="1200">
                <a:solidFill>
                  <a:srgbClr val="898989"/>
                </a:solidFill>
                <a:latin typeface="Arial"/>
                <a:ea typeface="Arial"/>
                <a:cs typeface="Arial"/>
                <a:sym typeface="Arial"/>
              </a:defRPr>
            </a:lvl4pPr>
            <a:lvl5pPr indent="0" lvl="4" marL="0" marR="0" algn="r">
              <a:spcBef>
                <a:spcPts val="0"/>
              </a:spcBef>
              <a:spcAft>
                <a:spcPts val="0"/>
              </a:spcAft>
              <a:buNone/>
              <a:defRPr sz="1200">
                <a:solidFill>
                  <a:srgbClr val="898989"/>
                </a:solidFill>
                <a:latin typeface="Arial"/>
                <a:ea typeface="Arial"/>
                <a:cs typeface="Arial"/>
                <a:sym typeface="Arial"/>
              </a:defRPr>
            </a:lvl5pPr>
            <a:lvl6pPr indent="0" lvl="5" marL="0" marR="0" algn="r">
              <a:spcBef>
                <a:spcPts val="0"/>
              </a:spcBef>
              <a:spcAft>
                <a:spcPts val="0"/>
              </a:spcAft>
              <a:buNone/>
              <a:defRPr sz="1200">
                <a:solidFill>
                  <a:srgbClr val="898989"/>
                </a:solidFill>
                <a:latin typeface="Arial"/>
                <a:ea typeface="Arial"/>
                <a:cs typeface="Arial"/>
                <a:sym typeface="Arial"/>
              </a:defRPr>
            </a:lvl6pPr>
            <a:lvl7pPr indent="0" lvl="6" marL="0" marR="0" algn="r">
              <a:spcBef>
                <a:spcPts val="0"/>
              </a:spcBef>
              <a:spcAft>
                <a:spcPts val="0"/>
              </a:spcAft>
              <a:buNone/>
              <a:defRPr sz="1200">
                <a:solidFill>
                  <a:srgbClr val="898989"/>
                </a:solidFill>
                <a:latin typeface="Arial"/>
                <a:ea typeface="Arial"/>
                <a:cs typeface="Arial"/>
                <a:sym typeface="Arial"/>
              </a:defRPr>
            </a:lvl7pPr>
            <a:lvl8pPr indent="0" lvl="7" marL="0" marR="0" algn="r">
              <a:spcBef>
                <a:spcPts val="0"/>
              </a:spcBef>
              <a:spcAft>
                <a:spcPts val="0"/>
              </a:spcAft>
              <a:buNone/>
              <a:defRPr sz="1200">
                <a:solidFill>
                  <a:srgbClr val="898989"/>
                </a:solidFill>
                <a:latin typeface="Arial"/>
                <a:ea typeface="Arial"/>
                <a:cs typeface="Arial"/>
                <a:sym typeface="Arial"/>
              </a:defRPr>
            </a:lvl8pPr>
            <a:lvl9pPr indent="0" lvl="8" marL="0" marR="0" algn="r">
              <a:spcBef>
                <a:spcPts val="0"/>
              </a:spcBef>
              <a:spcAft>
                <a:spcPts val="0"/>
              </a:spcAft>
              <a:buNone/>
              <a:defRPr sz="12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800">
              <a:solidFill>
                <a:schemeClr val="dk1"/>
              </a:solidFill>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66" name="Shape 66"/>
        <p:cNvGrpSpPr/>
        <p:nvPr/>
      </p:nvGrpSpPr>
      <p:grpSpPr>
        <a:xfrm>
          <a:off x="0" y="0"/>
          <a:ext cx="0" cy="0"/>
          <a:chOff x="0" y="0"/>
          <a:chExt cx="0" cy="0"/>
        </a:xfrm>
      </p:grpSpPr>
      <p:sp>
        <p:nvSpPr>
          <p:cNvPr id="67" name="Google Shape;67;p25"/>
          <p:cNvSpPr txBox="1"/>
          <p:nvPr>
            <p:ph type="title"/>
          </p:nvPr>
        </p:nvSpPr>
        <p:spPr>
          <a:xfrm>
            <a:off x="609600" y="273050"/>
            <a:ext cx="4011613" cy="116205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b="1" sz="2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8" name="Google Shape;68;p25"/>
          <p:cNvSpPr txBox="1"/>
          <p:nvPr>
            <p:ph idx="1" type="body"/>
          </p:nvPr>
        </p:nvSpPr>
        <p:spPr>
          <a:xfrm>
            <a:off x="4767263" y="273050"/>
            <a:ext cx="6815137" cy="5853113"/>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25"/>
          <p:cNvSpPr txBox="1"/>
          <p:nvPr>
            <p:ph idx="2" type="body"/>
          </p:nvPr>
        </p:nvSpPr>
        <p:spPr>
          <a:xfrm>
            <a:off x="609600" y="1435100"/>
            <a:ext cx="40116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90000"/>
              </a:lnSpc>
              <a:spcBef>
                <a:spcPts val="500"/>
              </a:spcBef>
              <a:spcAft>
                <a:spcPts val="0"/>
              </a:spcAft>
              <a:buClr>
                <a:schemeClr val="dk1"/>
              </a:buClr>
              <a:buSzPts val="900"/>
              <a:buNone/>
              <a:defRPr sz="900"/>
            </a:lvl6pPr>
            <a:lvl7pPr indent="-228600" lvl="6" marL="3200400" algn="l">
              <a:lnSpc>
                <a:spcPct val="90000"/>
              </a:lnSpc>
              <a:spcBef>
                <a:spcPts val="500"/>
              </a:spcBef>
              <a:spcAft>
                <a:spcPts val="0"/>
              </a:spcAft>
              <a:buClr>
                <a:schemeClr val="dk1"/>
              </a:buClr>
              <a:buSzPts val="900"/>
              <a:buNone/>
              <a:defRPr sz="900"/>
            </a:lvl7pPr>
            <a:lvl8pPr indent="-228600" lvl="7" marL="3657600" algn="l">
              <a:lnSpc>
                <a:spcPct val="90000"/>
              </a:lnSpc>
              <a:spcBef>
                <a:spcPts val="500"/>
              </a:spcBef>
              <a:spcAft>
                <a:spcPts val="0"/>
              </a:spcAft>
              <a:buClr>
                <a:schemeClr val="dk1"/>
              </a:buClr>
              <a:buSzPts val="900"/>
              <a:buNone/>
              <a:defRPr sz="900"/>
            </a:lvl8pPr>
            <a:lvl9pPr indent="-228600" lvl="8" marL="4114800" algn="l">
              <a:lnSpc>
                <a:spcPct val="90000"/>
              </a:lnSpc>
              <a:spcBef>
                <a:spcPts val="500"/>
              </a:spcBef>
              <a:spcAft>
                <a:spcPts val="0"/>
              </a:spcAft>
              <a:buClr>
                <a:schemeClr val="dk1"/>
              </a:buClr>
              <a:buSzPts val="900"/>
              <a:buNone/>
              <a:defRPr sz="900"/>
            </a:lvl9pPr>
          </a:lstStyle>
          <a:p/>
        </p:txBody>
      </p:sp>
      <p:sp>
        <p:nvSpPr>
          <p:cNvPr id="70" name="Google Shape;70;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98989"/>
                </a:solidFill>
                <a:latin typeface="Arial"/>
                <a:ea typeface="Arial"/>
                <a:cs typeface="Arial"/>
                <a:sym typeface="Arial"/>
              </a:defRPr>
            </a:lvl1pPr>
            <a:lvl2pPr indent="0" lvl="1" marL="0" marR="0" algn="r">
              <a:spcBef>
                <a:spcPts val="0"/>
              </a:spcBef>
              <a:spcAft>
                <a:spcPts val="0"/>
              </a:spcAft>
              <a:buNone/>
              <a:defRPr sz="1200">
                <a:solidFill>
                  <a:srgbClr val="898989"/>
                </a:solidFill>
                <a:latin typeface="Arial"/>
                <a:ea typeface="Arial"/>
                <a:cs typeface="Arial"/>
                <a:sym typeface="Arial"/>
              </a:defRPr>
            </a:lvl2pPr>
            <a:lvl3pPr indent="0" lvl="2" marL="0" marR="0" algn="r">
              <a:spcBef>
                <a:spcPts val="0"/>
              </a:spcBef>
              <a:spcAft>
                <a:spcPts val="0"/>
              </a:spcAft>
              <a:buNone/>
              <a:defRPr sz="1200">
                <a:solidFill>
                  <a:srgbClr val="898989"/>
                </a:solidFill>
                <a:latin typeface="Arial"/>
                <a:ea typeface="Arial"/>
                <a:cs typeface="Arial"/>
                <a:sym typeface="Arial"/>
              </a:defRPr>
            </a:lvl3pPr>
            <a:lvl4pPr indent="0" lvl="3" marL="0" marR="0" algn="r">
              <a:spcBef>
                <a:spcPts val="0"/>
              </a:spcBef>
              <a:spcAft>
                <a:spcPts val="0"/>
              </a:spcAft>
              <a:buNone/>
              <a:defRPr sz="1200">
                <a:solidFill>
                  <a:srgbClr val="898989"/>
                </a:solidFill>
                <a:latin typeface="Arial"/>
                <a:ea typeface="Arial"/>
                <a:cs typeface="Arial"/>
                <a:sym typeface="Arial"/>
              </a:defRPr>
            </a:lvl4pPr>
            <a:lvl5pPr indent="0" lvl="4" marL="0" marR="0" algn="r">
              <a:spcBef>
                <a:spcPts val="0"/>
              </a:spcBef>
              <a:spcAft>
                <a:spcPts val="0"/>
              </a:spcAft>
              <a:buNone/>
              <a:defRPr sz="1200">
                <a:solidFill>
                  <a:srgbClr val="898989"/>
                </a:solidFill>
                <a:latin typeface="Arial"/>
                <a:ea typeface="Arial"/>
                <a:cs typeface="Arial"/>
                <a:sym typeface="Arial"/>
              </a:defRPr>
            </a:lvl5pPr>
            <a:lvl6pPr indent="0" lvl="5" marL="0" marR="0" algn="r">
              <a:spcBef>
                <a:spcPts val="0"/>
              </a:spcBef>
              <a:spcAft>
                <a:spcPts val="0"/>
              </a:spcAft>
              <a:buNone/>
              <a:defRPr sz="1200">
                <a:solidFill>
                  <a:srgbClr val="898989"/>
                </a:solidFill>
                <a:latin typeface="Arial"/>
                <a:ea typeface="Arial"/>
                <a:cs typeface="Arial"/>
                <a:sym typeface="Arial"/>
              </a:defRPr>
            </a:lvl6pPr>
            <a:lvl7pPr indent="0" lvl="6" marL="0" marR="0" algn="r">
              <a:spcBef>
                <a:spcPts val="0"/>
              </a:spcBef>
              <a:spcAft>
                <a:spcPts val="0"/>
              </a:spcAft>
              <a:buNone/>
              <a:defRPr sz="1200">
                <a:solidFill>
                  <a:srgbClr val="898989"/>
                </a:solidFill>
                <a:latin typeface="Arial"/>
                <a:ea typeface="Arial"/>
                <a:cs typeface="Arial"/>
                <a:sym typeface="Arial"/>
              </a:defRPr>
            </a:lvl7pPr>
            <a:lvl8pPr indent="0" lvl="7" marL="0" marR="0" algn="r">
              <a:spcBef>
                <a:spcPts val="0"/>
              </a:spcBef>
              <a:spcAft>
                <a:spcPts val="0"/>
              </a:spcAft>
              <a:buNone/>
              <a:defRPr sz="1200">
                <a:solidFill>
                  <a:srgbClr val="898989"/>
                </a:solidFill>
                <a:latin typeface="Arial"/>
                <a:ea typeface="Arial"/>
                <a:cs typeface="Arial"/>
                <a:sym typeface="Arial"/>
              </a:defRPr>
            </a:lvl8pPr>
            <a:lvl9pPr indent="0" lvl="8" marL="0" marR="0" algn="r">
              <a:spcBef>
                <a:spcPts val="0"/>
              </a:spcBef>
              <a:spcAft>
                <a:spcPts val="0"/>
              </a:spcAft>
              <a:buNone/>
              <a:defRPr sz="12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800">
              <a:solidFill>
                <a:schemeClr val="dk1"/>
              </a:solidFill>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73" name="Shape 73"/>
        <p:cNvGrpSpPr/>
        <p:nvPr/>
      </p:nvGrpSpPr>
      <p:grpSpPr>
        <a:xfrm>
          <a:off x="0" y="0"/>
          <a:ext cx="0" cy="0"/>
          <a:chOff x="0" y="0"/>
          <a:chExt cx="0" cy="0"/>
        </a:xfrm>
      </p:grpSpPr>
      <p:sp>
        <p:nvSpPr>
          <p:cNvPr id="74" name="Google Shape;74;p26"/>
          <p:cNvSpPr txBox="1"/>
          <p:nvPr>
            <p:ph type="title"/>
          </p:nvPr>
        </p:nvSpPr>
        <p:spPr>
          <a:xfrm>
            <a:off x="2389188" y="4800600"/>
            <a:ext cx="7315200" cy="56673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b="1" sz="2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5" name="Google Shape;75;p26"/>
          <p:cNvSpPr/>
          <p:nvPr>
            <p:ph idx="2" type="pic"/>
          </p:nvPr>
        </p:nvSpPr>
        <p:spPr>
          <a:xfrm>
            <a:off x="2389188" y="612775"/>
            <a:ext cx="7315200" cy="4114800"/>
          </a:xfrm>
          <a:prstGeom prst="rect">
            <a:avLst/>
          </a:prstGeom>
          <a:noFill/>
          <a:ln>
            <a:noFill/>
          </a:ln>
        </p:spPr>
      </p:sp>
      <p:sp>
        <p:nvSpPr>
          <p:cNvPr id="76" name="Google Shape;76;p26"/>
          <p:cNvSpPr txBox="1"/>
          <p:nvPr>
            <p:ph idx="1" type="body"/>
          </p:nvPr>
        </p:nvSpPr>
        <p:spPr>
          <a:xfrm>
            <a:off x="2389188"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90000"/>
              </a:lnSpc>
              <a:spcBef>
                <a:spcPts val="500"/>
              </a:spcBef>
              <a:spcAft>
                <a:spcPts val="0"/>
              </a:spcAft>
              <a:buClr>
                <a:schemeClr val="dk1"/>
              </a:buClr>
              <a:buSzPts val="900"/>
              <a:buNone/>
              <a:defRPr sz="900"/>
            </a:lvl6pPr>
            <a:lvl7pPr indent="-228600" lvl="6" marL="3200400" algn="l">
              <a:lnSpc>
                <a:spcPct val="90000"/>
              </a:lnSpc>
              <a:spcBef>
                <a:spcPts val="500"/>
              </a:spcBef>
              <a:spcAft>
                <a:spcPts val="0"/>
              </a:spcAft>
              <a:buClr>
                <a:schemeClr val="dk1"/>
              </a:buClr>
              <a:buSzPts val="900"/>
              <a:buNone/>
              <a:defRPr sz="900"/>
            </a:lvl7pPr>
            <a:lvl8pPr indent="-228600" lvl="7" marL="3657600" algn="l">
              <a:lnSpc>
                <a:spcPct val="90000"/>
              </a:lnSpc>
              <a:spcBef>
                <a:spcPts val="500"/>
              </a:spcBef>
              <a:spcAft>
                <a:spcPts val="0"/>
              </a:spcAft>
              <a:buClr>
                <a:schemeClr val="dk1"/>
              </a:buClr>
              <a:buSzPts val="900"/>
              <a:buNone/>
              <a:defRPr sz="900"/>
            </a:lvl8pPr>
            <a:lvl9pPr indent="-228600" lvl="8" marL="4114800" algn="l">
              <a:lnSpc>
                <a:spcPct val="90000"/>
              </a:lnSpc>
              <a:spcBef>
                <a:spcPts val="500"/>
              </a:spcBef>
              <a:spcAft>
                <a:spcPts val="0"/>
              </a:spcAft>
              <a:buClr>
                <a:schemeClr val="dk1"/>
              </a:buClr>
              <a:buSzPts val="900"/>
              <a:buNone/>
              <a:defRPr sz="900"/>
            </a:lvl9pPr>
          </a:lstStyle>
          <a:p/>
        </p:txBody>
      </p:sp>
      <p:sp>
        <p:nvSpPr>
          <p:cNvPr id="77" name="Google Shape;7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98989"/>
                </a:solidFill>
                <a:latin typeface="Arial"/>
                <a:ea typeface="Arial"/>
                <a:cs typeface="Arial"/>
                <a:sym typeface="Arial"/>
              </a:defRPr>
            </a:lvl1pPr>
            <a:lvl2pPr indent="0" lvl="1" marL="0" marR="0" algn="r">
              <a:spcBef>
                <a:spcPts val="0"/>
              </a:spcBef>
              <a:spcAft>
                <a:spcPts val="0"/>
              </a:spcAft>
              <a:buNone/>
              <a:defRPr sz="1200">
                <a:solidFill>
                  <a:srgbClr val="898989"/>
                </a:solidFill>
                <a:latin typeface="Arial"/>
                <a:ea typeface="Arial"/>
                <a:cs typeface="Arial"/>
                <a:sym typeface="Arial"/>
              </a:defRPr>
            </a:lvl2pPr>
            <a:lvl3pPr indent="0" lvl="2" marL="0" marR="0" algn="r">
              <a:spcBef>
                <a:spcPts val="0"/>
              </a:spcBef>
              <a:spcAft>
                <a:spcPts val="0"/>
              </a:spcAft>
              <a:buNone/>
              <a:defRPr sz="1200">
                <a:solidFill>
                  <a:srgbClr val="898989"/>
                </a:solidFill>
                <a:latin typeface="Arial"/>
                <a:ea typeface="Arial"/>
                <a:cs typeface="Arial"/>
                <a:sym typeface="Arial"/>
              </a:defRPr>
            </a:lvl3pPr>
            <a:lvl4pPr indent="0" lvl="3" marL="0" marR="0" algn="r">
              <a:spcBef>
                <a:spcPts val="0"/>
              </a:spcBef>
              <a:spcAft>
                <a:spcPts val="0"/>
              </a:spcAft>
              <a:buNone/>
              <a:defRPr sz="1200">
                <a:solidFill>
                  <a:srgbClr val="898989"/>
                </a:solidFill>
                <a:latin typeface="Arial"/>
                <a:ea typeface="Arial"/>
                <a:cs typeface="Arial"/>
                <a:sym typeface="Arial"/>
              </a:defRPr>
            </a:lvl4pPr>
            <a:lvl5pPr indent="0" lvl="4" marL="0" marR="0" algn="r">
              <a:spcBef>
                <a:spcPts val="0"/>
              </a:spcBef>
              <a:spcAft>
                <a:spcPts val="0"/>
              </a:spcAft>
              <a:buNone/>
              <a:defRPr sz="1200">
                <a:solidFill>
                  <a:srgbClr val="898989"/>
                </a:solidFill>
                <a:latin typeface="Arial"/>
                <a:ea typeface="Arial"/>
                <a:cs typeface="Arial"/>
                <a:sym typeface="Arial"/>
              </a:defRPr>
            </a:lvl5pPr>
            <a:lvl6pPr indent="0" lvl="5" marL="0" marR="0" algn="r">
              <a:spcBef>
                <a:spcPts val="0"/>
              </a:spcBef>
              <a:spcAft>
                <a:spcPts val="0"/>
              </a:spcAft>
              <a:buNone/>
              <a:defRPr sz="1200">
                <a:solidFill>
                  <a:srgbClr val="898989"/>
                </a:solidFill>
                <a:latin typeface="Arial"/>
                <a:ea typeface="Arial"/>
                <a:cs typeface="Arial"/>
                <a:sym typeface="Arial"/>
              </a:defRPr>
            </a:lvl6pPr>
            <a:lvl7pPr indent="0" lvl="6" marL="0" marR="0" algn="r">
              <a:spcBef>
                <a:spcPts val="0"/>
              </a:spcBef>
              <a:spcAft>
                <a:spcPts val="0"/>
              </a:spcAft>
              <a:buNone/>
              <a:defRPr sz="1200">
                <a:solidFill>
                  <a:srgbClr val="898989"/>
                </a:solidFill>
                <a:latin typeface="Arial"/>
                <a:ea typeface="Arial"/>
                <a:cs typeface="Arial"/>
                <a:sym typeface="Arial"/>
              </a:defRPr>
            </a:lvl7pPr>
            <a:lvl8pPr indent="0" lvl="7" marL="0" marR="0" algn="r">
              <a:spcBef>
                <a:spcPts val="0"/>
              </a:spcBef>
              <a:spcAft>
                <a:spcPts val="0"/>
              </a:spcAft>
              <a:buNone/>
              <a:defRPr sz="1200">
                <a:solidFill>
                  <a:srgbClr val="898989"/>
                </a:solidFill>
                <a:latin typeface="Arial"/>
                <a:ea typeface="Arial"/>
                <a:cs typeface="Arial"/>
                <a:sym typeface="Arial"/>
              </a:defRPr>
            </a:lvl8pPr>
            <a:lvl9pPr indent="0" lvl="8" marL="0" marR="0" algn="r">
              <a:spcBef>
                <a:spcPts val="0"/>
              </a:spcBef>
              <a:spcAft>
                <a:spcPts val="0"/>
              </a:spcAft>
              <a:buNone/>
              <a:defRPr sz="12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800">
              <a:solidFill>
                <a:schemeClr val="dk1"/>
              </a:solidFill>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80" name="Shape 80"/>
        <p:cNvGrpSpPr/>
        <p:nvPr/>
      </p:nvGrpSpPr>
      <p:grpSpPr>
        <a:xfrm>
          <a:off x="0" y="0"/>
          <a:ext cx="0" cy="0"/>
          <a:chOff x="0" y="0"/>
          <a:chExt cx="0" cy="0"/>
        </a:xfrm>
      </p:grpSpPr>
      <p:sp>
        <p:nvSpPr>
          <p:cNvPr id="81" name="Google Shape;8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2" name="Google Shape;82;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98989"/>
                </a:solidFill>
                <a:latin typeface="Arial"/>
                <a:ea typeface="Arial"/>
                <a:cs typeface="Arial"/>
                <a:sym typeface="Arial"/>
              </a:defRPr>
            </a:lvl1pPr>
            <a:lvl2pPr indent="0" lvl="1" marL="0" marR="0" algn="r">
              <a:spcBef>
                <a:spcPts val="0"/>
              </a:spcBef>
              <a:spcAft>
                <a:spcPts val="0"/>
              </a:spcAft>
              <a:buNone/>
              <a:defRPr sz="1200">
                <a:solidFill>
                  <a:srgbClr val="898989"/>
                </a:solidFill>
                <a:latin typeface="Arial"/>
                <a:ea typeface="Arial"/>
                <a:cs typeface="Arial"/>
                <a:sym typeface="Arial"/>
              </a:defRPr>
            </a:lvl2pPr>
            <a:lvl3pPr indent="0" lvl="2" marL="0" marR="0" algn="r">
              <a:spcBef>
                <a:spcPts val="0"/>
              </a:spcBef>
              <a:spcAft>
                <a:spcPts val="0"/>
              </a:spcAft>
              <a:buNone/>
              <a:defRPr sz="1200">
                <a:solidFill>
                  <a:srgbClr val="898989"/>
                </a:solidFill>
                <a:latin typeface="Arial"/>
                <a:ea typeface="Arial"/>
                <a:cs typeface="Arial"/>
                <a:sym typeface="Arial"/>
              </a:defRPr>
            </a:lvl3pPr>
            <a:lvl4pPr indent="0" lvl="3" marL="0" marR="0" algn="r">
              <a:spcBef>
                <a:spcPts val="0"/>
              </a:spcBef>
              <a:spcAft>
                <a:spcPts val="0"/>
              </a:spcAft>
              <a:buNone/>
              <a:defRPr sz="1200">
                <a:solidFill>
                  <a:srgbClr val="898989"/>
                </a:solidFill>
                <a:latin typeface="Arial"/>
                <a:ea typeface="Arial"/>
                <a:cs typeface="Arial"/>
                <a:sym typeface="Arial"/>
              </a:defRPr>
            </a:lvl4pPr>
            <a:lvl5pPr indent="0" lvl="4" marL="0" marR="0" algn="r">
              <a:spcBef>
                <a:spcPts val="0"/>
              </a:spcBef>
              <a:spcAft>
                <a:spcPts val="0"/>
              </a:spcAft>
              <a:buNone/>
              <a:defRPr sz="1200">
                <a:solidFill>
                  <a:srgbClr val="898989"/>
                </a:solidFill>
                <a:latin typeface="Arial"/>
                <a:ea typeface="Arial"/>
                <a:cs typeface="Arial"/>
                <a:sym typeface="Arial"/>
              </a:defRPr>
            </a:lvl5pPr>
            <a:lvl6pPr indent="0" lvl="5" marL="0" marR="0" algn="r">
              <a:spcBef>
                <a:spcPts val="0"/>
              </a:spcBef>
              <a:spcAft>
                <a:spcPts val="0"/>
              </a:spcAft>
              <a:buNone/>
              <a:defRPr sz="1200">
                <a:solidFill>
                  <a:srgbClr val="898989"/>
                </a:solidFill>
                <a:latin typeface="Arial"/>
                <a:ea typeface="Arial"/>
                <a:cs typeface="Arial"/>
                <a:sym typeface="Arial"/>
              </a:defRPr>
            </a:lvl6pPr>
            <a:lvl7pPr indent="0" lvl="6" marL="0" marR="0" algn="r">
              <a:spcBef>
                <a:spcPts val="0"/>
              </a:spcBef>
              <a:spcAft>
                <a:spcPts val="0"/>
              </a:spcAft>
              <a:buNone/>
              <a:defRPr sz="1200">
                <a:solidFill>
                  <a:srgbClr val="898989"/>
                </a:solidFill>
                <a:latin typeface="Arial"/>
                <a:ea typeface="Arial"/>
                <a:cs typeface="Arial"/>
                <a:sym typeface="Arial"/>
              </a:defRPr>
            </a:lvl7pPr>
            <a:lvl8pPr indent="0" lvl="7" marL="0" marR="0" algn="r">
              <a:spcBef>
                <a:spcPts val="0"/>
              </a:spcBef>
              <a:spcAft>
                <a:spcPts val="0"/>
              </a:spcAft>
              <a:buNone/>
              <a:defRPr sz="1200">
                <a:solidFill>
                  <a:srgbClr val="898989"/>
                </a:solidFill>
                <a:latin typeface="Arial"/>
                <a:ea typeface="Arial"/>
                <a:cs typeface="Arial"/>
                <a:sym typeface="Arial"/>
              </a:defRPr>
            </a:lvl8pPr>
            <a:lvl9pPr indent="0" lvl="8" marL="0" marR="0" algn="r">
              <a:spcBef>
                <a:spcPts val="0"/>
              </a:spcBef>
              <a:spcAft>
                <a:spcPts val="0"/>
              </a:spcAft>
              <a:buNone/>
              <a:defRPr sz="12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800">
              <a:solidFill>
                <a:schemeClr val="dk1"/>
              </a:solidFill>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垂直排列标题与文本" type="vertTitleAndTx">
  <p:cSld name="VERTICAL_TITLE_AND_VERTICAL_TEXT">
    <p:spTree>
      <p:nvGrpSpPr>
        <p:cNvPr id="86" name="Shape 86"/>
        <p:cNvGrpSpPr/>
        <p:nvPr/>
      </p:nvGrpSpPr>
      <p:grpSpPr>
        <a:xfrm>
          <a:off x="0" y="0"/>
          <a:ext cx="0" cy="0"/>
          <a:chOff x="0" y="0"/>
          <a:chExt cx="0" cy="0"/>
        </a:xfrm>
      </p:grpSpPr>
      <p:sp>
        <p:nvSpPr>
          <p:cNvPr id="87" name="Google Shape;87;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8" name="Google Shape;88;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98989"/>
                </a:solidFill>
                <a:latin typeface="Arial"/>
                <a:ea typeface="Arial"/>
                <a:cs typeface="Arial"/>
                <a:sym typeface="Arial"/>
              </a:defRPr>
            </a:lvl1pPr>
            <a:lvl2pPr indent="0" lvl="1" marL="0" marR="0" algn="r">
              <a:spcBef>
                <a:spcPts val="0"/>
              </a:spcBef>
              <a:spcAft>
                <a:spcPts val="0"/>
              </a:spcAft>
              <a:buNone/>
              <a:defRPr sz="1200">
                <a:solidFill>
                  <a:srgbClr val="898989"/>
                </a:solidFill>
                <a:latin typeface="Arial"/>
                <a:ea typeface="Arial"/>
                <a:cs typeface="Arial"/>
                <a:sym typeface="Arial"/>
              </a:defRPr>
            </a:lvl2pPr>
            <a:lvl3pPr indent="0" lvl="2" marL="0" marR="0" algn="r">
              <a:spcBef>
                <a:spcPts val="0"/>
              </a:spcBef>
              <a:spcAft>
                <a:spcPts val="0"/>
              </a:spcAft>
              <a:buNone/>
              <a:defRPr sz="1200">
                <a:solidFill>
                  <a:srgbClr val="898989"/>
                </a:solidFill>
                <a:latin typeface="Arial"/>
                <a:ea typeface="Arial"/>
                <a:cs typeface="Arial"/>
                <a:sym typeface="Arial"/>
              </a:defRPr>
            </a:lvl3pPr>
            <a:lvl4pPr indent="0" lvl="3" marL="0" marR="0" algn="r">
              <a:spcBef>
                <a:spcPts val="0"/>
              </a:spcBef>
              <a:spcAft>
                <a:spcPts val="0"/>
              </a:spcAft>
              <a:buNone/>
              <a:defRPr sz="1200">
                <a:solidFill>
                  <a:srgbClr val="898989"/>
                </a:solidFill>
                <a:latin typeface="Arial"/>
                <a:ea typeface="Arial"/>
                <a:cs typeface="Arial"/>
                <a:sym typeface="Arial"/>
              </a:defRPr>
            </a:lvl4pPr>
            <a:lvl5pPr indent="0" lvl="4" marL="0" marR="0" algn="r">
              <a:spcBef>
                <a:spcPts val="0"/>
              </a:spcBef>
              <a:spcAft>
                <a:spcPts val="0"/>
              </a:spcAft>
              <a:buNone/>
              <a:defRPr sz="1200">
                <a:solidFill>
                  <a:srgbClr val="898989"/>
                </a:solidFill>
                <a:latin typeface="Arial"/>
                <a:ea typeface="Arial"/>
                <a:cs typeface="Arial"/>
                <a:sym typeface="Arial"/>
              </a:defRPr>
            </a:lvl5pPr>
            <a:lvl6pPr indent="0" lvl="5" marL="0" marR="0" algn="r">
              <a:spcBef>
                <a:spcPts val="0"/>
              </a:spcBef>
              <a:spcAft>
                <a:spcPts val="0"/>
              </a:spcAft>
              <a:buNone/>
              <a:defRPr sz="1200">
                <a:solidFill>
                  <a:srgbClr val="898989"/>
                </a:solidFill>
                <a:latin typeface="Arial"/>
                <a:ea typeface="Arial"/>
                <a:cs typeface="Arial"/>
                <a:sym typeface="Arial"/>
              </a:defRPr>
            </a:lvl6pPr>
            <a:lvl7pPr indent="0" lvl="6" marL="0" marR="0" algn="r">
              <a:spcBef>
                <a:spcPts val="0"/>
              </a:spcBef>
              <a:spcAft>
                <a:spcPts val="0"/>
              </a:spcAft>
              <a:buNone/>
              <a:defRPr sz="1200">
                <a:solidFill>
                  <a:srgbClr val="898989"/>
                </a:solidFill>
                <a:latin typeface="Arial"/>
                <a:ea typeface="Arial"/>
                <a:cs typeface="Arial"/>
                <a:sym typeface="Arial"/>
              </a:defRPr>
            </a:lvl7pPr>
            <a:lvl8pPr indent="0" lvl="7" marL="0" marR="0" algn="r">
              <a:spcBef>
                <a:spcPts val="0"/>
              </a:spcBef>
              <a:spcAft>
                <a:spcPts val="0"/>
              </a:spcAft>
              <a:buNone/>
              <a:defRPr sz="1200">
                <a:solidFill>
                  <a:srgbClr val="898989"/>
                </a:solidFill>
                <a:latin typeface="Arial"/>
                <a:ea typeface="Arial"/>
                <a:cs typeface="Arial"/>
                <a:sym typeface="Arial"/>
              </a:defRPr>
            </a:lvl8pPr>
            <a:lvl9pPr indent="0" lvl="8" marL="0" marR="0" algn="r">
              <a:spcBef>
                <a:spcPts val="0"/>
              </a:spcBef>
              <a:spcAft>
                <a:spcPts val="0"/>
              </a:spcAft>
              <a:buNone/>
              <a:defRPr sz="12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800">
              <a:solidFill>
                <a:schemeClr val="dk1"/>
              </a:solidFill>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标题幻灯片">
  <p:cSld name="6_标题幻灯片">
    <p:spTree>
      <p:nvGrpSpPr>
        <p:cNvPr id="92" name="Shape 92"/>
        <p:cNvGrpSpPr/>
        <p:nvPr/>
      </p:nvGrpSpPr>
      <p:grpSpPr>
        <a:xfrm>
          <a:off x="0" y="0"/>
          <a:ext cx="0" cy="0"/>
          <a:chOff x="0" y="0"/>
          <a:chExt cx="0" cy="0"/>
        </a:xfrm>
      </p:grpSpPr>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标题和内容">
  <p:cSld name="16_标题和内容">
    <p:spTree>
      <p:nvGrpSpPr>
        <p:cNvPr id="93" name="Shape 93"/>
        <p:cNvGrpSpPr/>
        <p:nvPr/>
      </p:nvGrpSpPr>
      <p:grpSpPr>
        <a:xfrm>
          <a:off x="0" y="0"/>
          <a:ext cx="0" cy="0"/>
          <a:chOff x="0" y="0"/>
          <a:chExt cx="0" cy="0"/>
        </a:xfrm>
      </p:grpSpPr>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标题和内容">
  <p:cSld name="1_标题和内容">
    <p:spTree>
      <p:nvGrpSpPr>
        <p:cNvPr id="94" name="Shape 94"/>
        <p:cNvGrpSpPr/>
        <p:nvPr/>
      </p:nvGrpSpPr>
      <p:grpSpPr>
        <a:xfrm>
          <a:off x="0" y="0"/>
          <a:ext cx="0" cy="0"/>
          <a:chOff x="0" y="0"/>
          <a:chExt cx="0" cy="0"/>
        </a:xfrm>
      </p:grpSpPr>
      <p:sp>
        <p:nvSpPr>
          <p:cNvPr id="95" name="Google Shape;95;p3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Arial"/>
              <a:ea typeface="Arial"/>
              <a:cs typeface="Arial"/>
              <a:sym typeface="Arial"/>
            </a:endParaRPr>
          </a:p>
        </p:txBody>
      </p:sp>
      <p:pic>
        <p:nvPicPr>
          <p:cNvPr descr="C:\Users\yanglina\Desktop\阿里健康\未标题-4-06.png" id="96" name="Google Shape;96;p31"/>
          <p:cNvPicPr preferRelativeResize="0"/>
          <p:nvPr/>
        </p:nvPicPr>
        <p:blipFill rotWithShape="1">
          <a:blip r:embed="rId2">
            <a:alphaModFix/>
          </a:blip>
          <a:srcRect b="0" l="0" r="0" t="0"/>
          <a:stretch/>
        </p:blipFill>
        <p:spPr>
          <a:xfrm>
            <a:off x="623726" y="333375"/>
            <a:ext cx="11139761" cy="954088"/>
          </a:xfrm>
          <a:prstGeom prst="rect">
            <a:avLst/>
          </a:prstGeom>
          <a:noFill/>
          <a:ln>
            <a:noFill/>
          </a:ln>
        </p:spPr>
      </p:pic>
      <p:sp>
        <p:nvSpPr>
          <p:cNvPr id="97" name="Google Shape;97;p31"/>
          <p:cNvSpPr txBox="1"/>
          <p:nvPr>
            <p:ph type="title"/>
          </p:nvPr>
        </p:nvSpPr>
        <p:spPr>
          <a:xfrm>
            <a:off x="646696" y="374728"/>
            <a:ext cx="10515600" cy="447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sz="2400">
                <a:solidFill>
                  <a:schemeClr val="lt1"/>
                </a:solidFill>
                <a:latin typeface="Microsoft Yahei"/>
                <a:ea typeface="Microsoft Yahei"/>
                <a:cs typeface="Microsoft Yahei"/>
                <a:sym typeface="Microsoft Yahei"/>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8" name="Google Shape;98;p31"/>
          <p:cNvSpPr txBox="1"/>
          <p:nvPr>
            <p:ph idx="1" type="body"/>
          </p:nvPr>
        </p:nvSpPr>
        <p:spPr>
          <a:xfrm>
            <a:off x="596705" y="1214423"/>
            <a:ext cx="10757095" cy="4962541"/>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SimSun"/>
              <a:ea typeface="SimSun"/>
              <a:cs typeface="SimSun"/>
              <a:sym typeface="SimSun"/>
            </a:endParaRPr>
          </a:p>
        </p:txBody>
      </p:sp>
      <p:sp>
        <p:nvSpPr>
          <p:cNvPr id="7" name="Google Shape;7;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8" name="Google Shape;8;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9898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9898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 name="Google Shape;1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marR="0" rtl="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marR="0" rtl="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marR="0" rtl="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marR="0" rtl="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marR="0" rtl="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marR="0" rtl="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marR="0" rtl="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marR="0" rtl="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2.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8.png"/></Relationships>
</file>

<file path=ppt/slides/_rels/slide9.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22.png"/><Relationship Id="rId12" Type="http://schemas.openxmlformats.org/officeDocument/2006/relationships/image" Target="../media/image31.pn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40.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2.png"/><Relationship Id="rId8"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28.png"/><Relationship Id="rId6"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4.png"/><Relationship Id="rId4" Type="http://schemas.openxmlformats.org/officeDocument/2006/relationships/image" Target="../media/image39.png"/><Relationship Id="rId5"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image" Target="../media/image35.png"/><Relationship Id="rId6"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p:nvPr/>
        </p:nvSpPr>
        <p:spPr>
          <a:xfrm>
            <a:off x="14469" y="849377"/>
            <a:ext cx="12192001" cy="5717117"/>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 name="Google Shape;106;p1"/>
          <p:cNvSpPr/>
          <p:nvPr/>
        </p:nvSpPr>
        <p:spPr>
          <a:xfrm>
            <a:off x="20319" y="1141334"/>
            <a:ext cx="12192001" cy="2435622"/>
          </a:xfrm>
          <a:prstGeom prst="rect">
            <a:avLst/>
          </a:prstGeom>
          <a:solidFill>
            <a:srgbClr val="1E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p1"/>
          <p:cNvSpPr txBox="1"/>
          <p:nvPr/>
        </p:nvSpPr>
        <p:spPr>
          <a:xfrm>
            <a:off x="20320" y="1508760"/>
            <a:ext cx="12098020" cy="2887980"/>
          </a:xfrm>
          <a:prstGeom prst="rect">
            <a:avLst/>
          </a:prstGeom>
          <a:noFill/>
          <a:ln>
            <a:noFill/>
          </a:ln>
        </p:spPr>
        <p:txBody>
          <a:bodyPr anchorCtr="0" anchor="t" bIns="45700" lIns="45700" spcFirstLastPara="1" rIns="45700" wrap="square" tIns="45700">
            <a:noAutofit/>
          </a:bodyPr>
          <a:lstStyle/>
          <a:p>
            <a:pPr indent="0" lvl="0" marL="0" marR="0" rtl="0" algn="ctr">
              <a:spcBef>
                <a:spcPts val="0"/>
              </a:spcBef>
              <a:spcAft>
                <a:spcPts val="0"/>
              </a:spcAft>
              <a:buNone/>
            </a:pPr>
            <a:r>
              <a:rPr b="1" i="0" lang="en-US" sz="4000" u="none" cap="none" strike="noStrike">
                <a:solidFill>
                  <a:srgbClr val="FFFFFF"/>
                </a:solidFill>
                <a:latin typeface="Microsoft Yahei"/>
                <a:ea typeface="Microsoft Yahei"/>
                <a:cs typeface="Microsoft Yahei"/>
                <a:sym typeface="Microsoft Yahei"/>
              </a:rPr>
              <a:t>Analysis of Two Electrivity Demand Time Series and Comparing Their periodecities</a:t>
            </a:r>
            <a:endParaRPr/>
          </a:p>
        </p:txBody>
      </p:sp>
      <p:sp>
        <p:nvSpPr>
          <p:cNvPr id="108" name="Google Shape;108;p1"/>
          <p:cNvSpPr txBox="1"/>
          <p:nvPr/>
        </p:nvSpPr>
        <p:spPr>
          <a:xfrm>
            <a:off x="5150679" y="4056858"/>
            <a:ext cx="1707515" cy="52197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SimHei"/>
                <a:ea typeface="SimHei"/>
                <a:cs typeface="SimHei"/>
                <a:sym typeface="SimHei"/>
              </a:rPr>
              <a:t>Xiaoyu He</a:t>
            </a:r>
            <a:endParaRPr/>
          </a:p>
        </p:txBody>
      </p:sp>
      <p:cxnSp>
        <p:nvCxnSpPr>
          <p:cNvPr id="109" name="Google Shape;109;p1"/>
          <p:cNvCxnSpPr/>
          <p:nvPr/>
        </p:nvCxnSpPr>
        <p:spPr>
          <a:xfrm>
            <a:off x="4377499" y="4316921"/>
            <a:ext cx="533400" cy="0"/>
          </a:xfrm>
          <a:prstGeom prst="straightConnector1">
            <a:avLst/>
          </a:prstGeom>
          <a:noFill/>
          <a:ln cap="flat" cmpd="sng" w="19050">
            <a:solidFill>
              <a:schemeClr val="dk1"/>
            </a:solidFill>
            <a:prstDash val="solid"/>
            <a:round/>
            <a:headEnd len="sm" w="sm" type="none"/>
            <a:tailEnd len="sm" w="sm" type="none"/>
          </a:ln>
          <a:effectLst>
            <a:outerShdw blurRad="50800" rotWithShape="0" algn="tl" dir="2700000" dist="38100">
              <a:srgbClr val="000000">
                <a:alpha val="40000"/>
              </a:srgbClr>
            </a:outerShdw>
          </a:effectLst>
        </p:spPr>
      </p:cxnSp>
      <p:cxnSp>
        <p:nvCxnSpPr>
          <p:cNvPr id="110" name="Google Shape;110;p1"/>
          <p:cNvCxnSpPr/>
          <p:nvPr/>
        </p:nvCxnSpPr>
        <p:spPr>
          <a:xfrm>
            <a:off x="7097407" y="4323906"/>
            <a:ext cx="533400" cy="0"/>
          </a:xfrm>
          <a:prstGeom prst="straightConnector1">
            <a:avLst/>
          </a:prstGeom>
          <a:noFill/>
          <a:ln cap="flat" cmpd="sng" w="19050">
            <a:solidFill>
              <a:schemeClr val="dk1"/>
            </a:solidFill>
            <a:prstDash val="solid"/>
            <a:round/>
            <a:headEnd len="sm" w="sm" type="none"/>
            <a:tailEnd len="sm" w="sm" type="none"/>
          </a:ln>
          <a:effectLst>
            <a:outerShdw blurRad="50800" rotWithShape="0" algn="tl" dir="2700000" dist="38100">
              <a:srgbClr val="000000">
                <a:alpha val="40000"/>
              </a:srgbClr>
            </a:outerShdw>
          </a:effectLst>
        </p:spPr>
      </p:cxnSp>
      <p:sp>
        <p:nvSpPr>
          <p:cNvPr id="111" name="Google Shape;111;p1"/>
          <p:cNvSpPr txBox="1"/>
          <p:nvPr/>
        </p:nvSpPr>
        <p:spPr>
          <a:xfrm>
            <a:off x="5317488" y="5059350"/>
            <a:ext cx="1372870" cy="437515"/>
          </a:xfrm>
          <a:prstGeom prst="rect">
            <a:avLst/>
          </a:prstGeom>
          <a:noFill/>
          <a:ln>
            <a:noFill/>
          </a:ln>
        </p:spPr>
        <p:txBody>
          <a:bodyPr anchorCtr="0" anchor="t" bIns="45700" lIns="45700" spcFirstLastPara="1" rIns="45700" wrap="square" tIns="45700">
            <a:spAutoFit/>
          </a:bodyPr>
          <a:lstStyle/>
          <a:p>
            <a:pPr indent="0" lvl="0" marL="0" marR="0" rtl="0" algn="ctr">
              <a:lnSpc>
                <a:spcPct val="135000"/>
              </a:lnSpc>
              <a:spcBef>
                <a:spcPts val="0"/>
              </a:spcBef>
              <a:spcAft>
                <a:spcPts val="0"/>
              </a:spcAft>
              <a:buNone/>
            </a:pPr>
            <a:r>
              <a:rPr b="1" i="0" lang="en-US" sz="2000" u="none" cap="none" strike="noStrike">
                <a:solidFill>
                  <a:schemeClr val="dk1"/>
                </a:solidFill>
                <a:latin typeface="SimHei"/>
                <a:ea typeface="SimHei"/>
                <a:cs typeface="SimHei"/>
                <a:sym typeface="SimHei"/>
              </a:rPr>
              <a:t>2022.10.31</a:t>
            </a:r>
            <a:endParaRPr b="1" i="0" sz="2000" u="none" cap="none" strike="noStrike">
              <a:solidFill>
                <a:schemeClr val="dk1"/>
              </a:solidFill>
              <a:latin typeface="SimHei"/>
              <a:ea typeface="SimHei"/>
              <a:cs typeface="SimHei"/>
              <a:sym typeface="SimHei"/>
            </a:endParaRPr>
          </a:p>
        </p:txBody>
      </p:sp>
      <p:sp>
        <p:nvSpPr>
          <p:cNvPr id="112" name="Google Shape;112;p1"/>
          <p:cNvSpPr/>
          <p:nvPr/>
        </p:nvSpPr>
        <p:spPr>
          <a:xfrm>
            <a:off x="8588326" y="0"/>
            <a:ext cx="3603674" cy="68925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
          <p:cNvSpPr txBox="1"/>
          <p:nvPr>
            <p:ph idx="12" type="sldNum"/>
          </p:nvPr>
        </p:nvSpPr>
        <p:spPr>
          <a:xfrm>
            <a:off x="9448800"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800"/>
          </a:p>
        </p:txBody>
      </p:sp>
      <p:sp>
        <p:nvSpPr>
          <p:cNvPr id="120" name="Google Shape;120;p2"/>
          <p:cNvSpPr/>
          <p:nvPr/>
        </p:nvSpPr>
        <p:spPr>
          <a:xfrm>
            <a:off x="8958805" y="40175"/>
            <a:ext cx="3233195" cy="84495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1" name="Google Shape;121;p2"/>
          <p:cNvCxnSpPr/>
          <p:nvPr/>
        </p:nvCxnSpPr>
        <p:spPr>
          <a:xfrm>
            <a:off x="4283499" y="2101126"/>
            <a:ext cx="0" cy="2540000"/>
          </a:xfrm>
          <a:prstGeom prst="straightConnector1">
            <a:avLst/>
          </a:prstGeom>
          <a:noFill/>
          <a:ln cap="flat" cmpd="sng" w="28575">
            <a:solidFill>
              <a:srgbClr val="66CCD4"/>
            </a:solidFill>
            <a:prstDash val="dash"/>
            <a:round/>
            <a:headEnd len="sm" w="sm" type="none"/>
            <a:tailEnd len="sm" w="sm" type="none"/>
          </a:ln>
        </p:spPr>
      </p:cxnSp>
      <p:sp>
        <p:nvSpPr>
          <p:cNvPr id="122" name="Google Shape;122;p2"/>
          <p:cNvSpPr txBox="1"/>
          <p:nvPr/>
        </p:nvSpPr>
        <p:spPr>
          <a:xfrm>
            <a:off x="4744720" y="1588770"/>
            <a:ext cx="7359650" cy="3322955"/>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chemeClr val="dk1"/>
              </a:buClr>
              <a:buSzPts val="2800"/>
              <a:buFont typeface="Noto Sans Symbols"/>
              <a:buChar char="●"/>
            </a:pPr>
            <a:r>
              <a:rPr b="1" i="0" lang="en-US" sz="2800" u="none" cap="none" strike="noStrike">
                <a:solidFill>
                  <a:schemeClr val="dk1"/>
                </a:solidFill>
                <a:latin typeface="Microsoft Yahei"/>
                <a:ea typeface="Microsoft Yahei"/>
                <a:cs typeface="Microsoft Yahei"/>
                <a:sym typeface="Microsoft Yahei"/>
              </a:rPr>
              <a:t>Processes of Modelling</a:t>
            </a:r>
            <a:endParaRPr b="1" i="0" sz="2800" u="none" cap="none" strike="noStrike">
              <a:solidFill>
                <a:schemeClr val="dk1"/>
              </a:solidFill>
              <a:latin typeface="Microsoft Yahei"/>
              <a:ea typeface="Microsoft Yahei"/>
              <a:cs typeface="Microsoft Yahei"/>
              <a:sym typeface="Microsoft Yahei"/>
            </a:endParaRPr>
          </a:p>
          <a:p>
            <a:pPr indent="-571500" lvl="0" marL="571500" marR="0" rtl="0" algn="l">
              <a:lnSpc>
                <a:spcPct val="150000"/>
              </a:lnSpc>
              <a:spcBef>
                <a:spcPts val="0"/>
              </a:spcBef>
              <a:spcAft>
                <a:spcPts val="0"/>
              </a:spcAft>
              <a:buClr>
                <a:schemeClr val="dk1"/>
              </a:buClr>
              <a:buSzPts val="2800"/>
              <a:buFont typeface="Noto Sans Symbols"/>
              <a:buChar char="●"/>
            </a:pPr>
            <a:r>
              <a:rPr b="1" i="0" lang="en-US" sz="2800" u="none" cap="none" strike="noStrike">
                <a:solidFill>
                  <a:schemeClr val="dk1"/>
                </a:solidFill>
                <a:latin typeface="Microsoft Yahei"/>
                <a:ea typeface="Microsoft Yahei"/>
                <a:cs typeface="Microsoft Yahei"/>
                <a:sym typeface="Microsoft Yahei"/>
              </a:rPr>
              <a:t>Fourier Series and Spectrum Analysis </a:t>
            </a:r>
            <a:endParaRPr/>
          </a:p>
          <a:p>
            <a:pPr indent="-571500" lvl="0" marL="571500" marR="0" rtl="0" algn="l">
              <a:lnSpc>
                <a:spcPct val="150000"/>
              </a:lnSpc>
              <a:spcBef>
                <a:spcPts val="0"/>
              </a:spcBef>
              <a:spcAft>
                <a:spcPts val="0"/>
              </a:spcAft>
              <a:buClr>
                <a:schemeClr val="dk1"/>
              </a:buClr>
              <a:buSzPts val="2800"/>
              <a:buFont typeface="Noto Sans Symbols"/>
              <a:buChar char="●"/>
            </a:pPr>
            <a:r>
              <a:rPr b="1" i="0" lang="en-US" sz="2800" u="none" cap="none" strike="noStrike">
                <a:solidFill>
                  <a:schemeClr val="dk1"/>
                </a:solidFill>
                <a:latin typeface="Microsoft Yahei"/>
                <a:ea typeface="Microsoft Yahei"/>
                <a:cs typeface="Microsoft Yahei"/>
                <a:sym typeface="Microsoft Yahei"/>
              </a:rPr>
              <a:t>Prospects of Method Application </a:t>
            </a:r>
            <a:endParaRPr/>
          </a:p>
        </p:txBody>
      </p:sp>
      <p:grpSp>
        <p:nvGrpSpPr>
          <p:cNvPr id="123" name="Google Shape;123;p2"/>
          <p:cNvGrpSpPr/>
          <p:nvPr/>
        </p:nvGrpSpPr>
        <p:grpSpPr>
          <a:xfrm>
            <a:off x="1830691" y="2378145"/>
            <a:ext cx="1992313" cy="1985962"/>
            <a:chOff x="1379278" y="2381435"/>
            <a:chExt cx="1992313" cy="1985962"/>
          </a:xfrm>
        </p:grpSpPr>
        <p:grpSp>
          <p:nvGrpSpPr>
            <p:cNvPr id="124" name="Google Shape;124;p2"/>
            <p:cNvGrpSpPr/>
            <p:nvPr/>
          </p:nvGrpSpPr>
          <p:grpSpPr>
            <a:xfrm>
              <a:off x="1644390" y="2381435"/>
              <a:ext cx="1462088" cy="1455737"/>
              <a:chOff x="1709739" y="2636838"/>
              <a:chExt cx="1590160" cy="1584325"/>
            </a:xfrm>
          </p:grpSpPr>
          <p:sp>
            <p:nvSpPr>
              <p:cNvPr id="125" name="Google Shape;125;p2"/>
              <p:cNvSpPr/>
              <p:nvPr/>
            </p:nvSpPr>
            <p:spPr>
              <a:xfrm>
                <a:off x="1709739" y="2636838"/>
                <a:ext cx="1468102" cy="1467130"/>
              </a:xfrm>
              <a:custGeom>
                <a:rect b="b" l="l" r="r" t="t"/>
                <a:pathLst>
                  <a:path extrusionOk="0" h="1274" w="1276">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solidFill>
                <a:srgbClr val="76D1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350"/>
                  <a:buFont typeface="Arial"/>
                  <a:buNone/>
                </a:pPr>
                <a:r>
                  <a:t/>
                </a:r>
                <a:endParaRPr b="1" i="0" sz="1350" u="none" cap="none" strike="noStrike">
                  <a:solidFill>
                    <a:srgbClr val="000000"/>
                  </a:solidFill>
                  <a:latin typeface="Calibri"/>
                  <a:ea typeface="Calibri"/>
                  <a:cs typeface="Calibri"/>
                  <a:sym typeface="Calibri"/>
                </a:endParaRPr>
              </a:p>
            </p:txBody>
          </p:sp>
          <p:sp>
            <p:nvSpPr>
              <p:cNvPr id="126" name="Google Shape;126;p2"/>
              <p:cNvSpPr/>
              <p:nvPr/>
            </p:nvSpPr>
            <p:spPr>
              <a:xfrm>
                <a:off x="2571440" y="3653665"/>
                <a:ext cx="569443" cy="567498"/>
              </a:xfrm>
              <a:custGeom>
                <a:rect b="b" l="l" r="r" t="t"/>
                <a:pathLst>
                  <a:path extrusionOk="0" h="493" w="495">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solidFill>
                <a:srgbClr val="76D1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350"/>
                  <a:buFont typeface="Arial"/>
                  <a:buNone/>
                </a:pPr>
                <a:r>
                  <a:t/>
                </a:r>
                <a:endParaRPr b="1" i="0" sz="1350" u="none" cap="none" strike="noStrike">
                  <a:solidFill>
                    <a:srgbClr val="000000"/>
                  </a:solidFill>
                  <a:latin typeface="Calibri"/>
                  <a:ea typeface="Calibri"/>
                  <a:cs typeface="Calibri"/>
                  <a:sym typeface="Calibri"/>
                </a:endParaRPr>
              </a:p>
            </p:txBody>
          </p:sp>
          <p:sp>
            <p:nvSpPr>
              <p:cNvPr id="127" name="Google Shape;127;p2"/>
              <p:cNvSpPr/>
              <p:nvPr/>
            </p:nvSpPr>
            <p:spPr>
              <a:xfrm>
                <a:off x="2262162" y="3371619"/>
                <a:ext cx="608346" cy="119627"/>
              </a:xfrm>
              <a:custGeom>
                <a:rect b="b" l="l" r="r" t="t"/>
                <a:pathLst>
                  <a:path extrusionOk="0" h="104" w="529">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solidFill>
                <a:srgbClr val="76D1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350"/>
                  <a:buFont typeface="Arial"/>
                  <a:buNone/>
                </a:pPr>
                <a:r>
                  <a:t/>
                </a:r>
                <a:endParaRPr b="1" i="0" sz="1350" u="none" cap="none" strike="noStrike">
                  <a:solidFill>
                    <a:srgbClr val="000000"/>
                  </a:solidFill>
                  <a:latin typeface="Calibri"/>
                  <a:ea typeface="Calibri"/>
                  <a:cs typeface="Calibri"/>
                  <a:sym typeface="Calibri"/>
                </a:endParaRPr>
              </a:p>
            </p:txBody>
          </p:sp>
          <p:sp>
            <p:nvSpPr>
              <p:cNvPr id="128" name="Google Shape;128;p2"/>
              <p:cNvSpPr/>
              <p:nvPr/>
            </p:nvSpPr>
            <p:spPr>
              <a:xfrm>
                <a:off x="2263134" y="3127502"/>
                <a:ext cx="607373" cy="119627"/>
              </a:xfrm>
              <a:custGeom>
                <a:rect b="b" l="l" r="r" t="t"/>
                <a:pathLst>
                  <a:path extrusionOk="0" h="104" w="528">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solidFill>
                <a:srgbClr val="76D1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350"/>
                  <a:buFont typeface="Arial"/>
                  <a:buNone/>
                </a:pPr>
                <a:r>
                  <a:t/>
                </a:r>
                <a:endParaRPr b="1" i="0" sz="1350" u="none" cap="none" strike="noStrike">
                  <a:solidFill>
                    <a:srgbClr val="000000"/>
                  </a:solidFill>
                  <a:latin typeface="Calibri"/>
                  <a:ea typeface="Calibri"/>
                  <a:cs typeface="Calibri"/>
                  <a:sym typeface="Calibri"/>
                </a:endParaRPr>
              </a:p>
            </p:txBody>
          </p:sp>
          <p:sp>
            <p:nvSpPr>
              <p:cNvPr id="129" name="Google Shape;129;p2"/>
              <p:cNvSpPr/>
              <p:nvPr/>
            </p:nvSpPr>
            <p:spPr>
              <a:xfrm>
                <a:off x="2263134" y="3615735"/>
                <a:ext cx="549991" cy="120599"/>
              </a:xfrm>
              <a:custGeom>
                <a:rect b="b" l="l" r="r" t="t"/>
                <a:pathLst>
                  <a:path extrusionOk="0" h="105" w="478">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solidFill>
                <a:srgbClr val="76D1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350"/>
                  <a:buFont typeface="Arial"/>
                  <a:buNone/>
                </a:pPr>
                <a:r>
                  <a:t/>
                </a:r>
                <a:endParaRPr b="1" i="0" sz="1350" u="none" cap="none" strike="noStrike">
                  <a:solidFill>
                    <a:srgbClr val="000000"/>
                  </a:solidFill>
                  <a:latin typeface="Calibri"/>
                  <a:ea typeface="Calibri"/>
                  <a:cs typeface="Calibri"/>
                  <a:sym typeface="Calibri"/>
                </a:endParaRPr>
              </a:p>
            </p:txBody>
          </p:sp>
          <p:sp>
            <p:nvSpPr>
              <p:cNvPr id="130" name="Google Shape;130;p2"/>
              <p:cNvSpPr/>
              <p:nvPr/>
            </p:nvSpPr>
            <p:spPr>
              <a:xfrm>
                <a:off x="3016880" y="3492218"/>
                <a:ext cx="283019" cy="281074"/>
              </a:xfrm>
              <a:custGeom>
                <a:rect b="b" l="l" r="r" t="t"/>
                <a:pathLst>
                  <a:path extrusionOk="0" h="244" w="246">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solidFill>
                <a:srgbClr val="76D1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350"/>
                  <a:buFont typeface="Arial"/>
                  <a:buNone/>
                </a:pPr>
                <a:r>
                  <a:t/>
                </a:r>
                <a:endParaRPr b="1" i="0" sz="1350" u="none" cap="none" strike="noStrike">
                  <a:solidFill>
                    <a:srgbClr val="000000"/>
                  </a:solidFill>
                  <a:latin typeface="Calibri"/>
                  <a:ea typeface="Calibri"/>
                  <a:cs typeface="Calibri"/>
                  <a:sym typeface="Calibri"/>
                </a:endParaRPr>
              </a:p>
            </p:txBody>
          </p:sp>
          <p:sp>
            <p:nvSpPr>
              <p:cNvPr id="131" name="Google Shape;131;p2"/>
              <p:cNvSpPr/>
              <p:nvPr/>
            </p:nvSpPr>
            <p:spPr>
              <a:xfrm>
                <a:off x="2017073" y="3372591"/>
                <a:ext cx="119627" cy="117682"/>
              </a:xfrm>
              <a:custGeom>
                <a:rect b="b" l="l" r="r" t="t"/>
                <a:pathLst>
                  <a:path extrusionOk="0" h="102" w="104">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solidFill>
                <a:srgbClr val="76D1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350"/>
                  <a:buFont typeface="Arial"/>
                  <a:buNone/>
                </a:pPr>
                <a:r>
                  <a:t/>
                </a:r>
                <a:endParaRPr b="1" i="0" sz="1350" u="none" cap="none" strike="noStrike">
                  <a:solidFill>
                    <a:srgbClr val="000000"/>
                  </a:solidFill>
                  <a:latin typeface="Calibri"/>
                  <a:ea typeface="Calibri"/>
                  <a:cs typeface="Calibri"/>
                  <a:sym typeface="Calibri"/>
                </a:endParaRPr>
              </a:p>
            </p:txBody>
          </p:sp>
          <p:sp>
            <p:nvSpPr>
              <p:cNvPr id="132" name="Google Shape;132;p2"/>
              <p:cNvSpPr/>
              <p:nvPr/>
            </p:nvSpPr>
            <p:spPr>
              <a:xfrm>
                <a:off x="2018045" y="3128475"/>
                <a:ext cx="118654" cy="118654"/>
              </a:xfrm>
              <a:custGeom>
                <a:rect b="b" l="l" r="r" t="t"/>
                <a:pathLst>
                  <a:path extrusionOk="0" h="103" w="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solidFill>
                <a:srgbClr val="76D1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350"/>
                  <a:buFont typeface="Arial"/>
                  <a:buNone/>
                </a:pPr>
                <a:r>
                  <a:t/>
                </a:r>
                <a:endParaRPr b="1" i="0" sz="1350" u="none" cap="none" strike="noStrike">
                  <a:solidFill>
                    <a:srgbClr val="000000"/>
                  </a:solidFill>
                  <a:latin typeface="Calibri"/>
                  <a:ea typeface="Calibri"/>
                  <a:cs typeface="Calibri"/>
                  <a:sym typeface="Calibri"/>
                </a:endParaRPr>
              </a:p>
            </p:txBody>
          </p:sp>
          <p:sp>
            <p:nvSpPr>
              <p:cNvPr id="133" name="Google Shape;133;p2"/>
              <p:cNvSpPr/>
              <p:nvPr/>
            </p:nvSpPr>
            <p:spPr>
              <a:xfrm>
                <a:off x="2018045" y="3616708"/>
                <a:ext cx="118654" cy="118654"/>
              </a:xfrm>
              <a:custGeom>
                <a:rect b="b" l="l" r="r" t="t"/>
                <a:pathLst>
                  <a:path extrusionOk="0" h="103" w="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solidFill>
                <a:srgbClr val="76D1D8"/>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350"/>
                  <a:buFont typeface="Arial"/>
                  <a:buNone/>
                </a:pPr>
                <a:r>
                  <a:t/>
                </a:r>
                <a:endParaRPr b="1" i="0" sz="1350" u="none" cap="none" strike="noStrike">
                  <a:solidFill>
                    <a:srgbClr val="000000"/>
                  </a:solidFill>
                  <a:latin typeface="Calibri"/>
                  <a:ea typeface="Calibri"/>
                  <a:cs typeface="Calibri"/>
                  <a:sym typeface="Calibri"/>
                </a:endParaRPr>
              </a:p>
            </p:txBody>
          </p:sp>
        </p:grpSp>
        <p:sp>
          <p:nvSpPr>
            <p:cNvPr id="134" name="Google Shape;134;p2"/>
            <p:cNvSpPr txBox="1"/>
            <p:nvPr/>
          </p:nvSpPr>
          <p:spPr>
            <a:xfrm>
              <a:off x="1379278" y="3951472"/>
              <a:ext cx="1992313" cy="4159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100" u="none" cap="none" strike="noStrike">
                  <a:solidFill>
                    <a:srgbClr val="57C6CF"/>
                  </a:solidFill>
                  <a:latin typeface="Microsoft Yahei"/>
                  <a:ea typeface="Microsoft Yahei"/>
                  <a:cs typeface="Microsoft Yahei"/>
                  <a:sym typeface="Microsoft Yahei"/>
                </a:rPr>
                <a:t>CONTENTS</a:t>
              </a:r>
              <a:endParaRPr b="1" i="0" sz="2100" u="none" cap="none" strike="noStrike">
                <a:solidFill>
                  <a:srgbClr val="57C6CF"/>
                </a:solidFill>
                <a:latin typeface="Microsoft Yahei"/>
                <a:ea typeface="Microsoft Yahei"/>
                <a:cs typeface="Microsoft Yahei"/>
                <a:sym typeface="Microsoft Yahei"/>
              </a:endParaRPr>
            </a:p>
          </p:txBody>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
          <p:cNvSpPr txBox="1"/>
          <p:nvPr>
            <p:ph idx="12" type="sldNum"/>
          </p:nvPr>
        </p:nvSpPr>
        <p:spPr>
          <a:xfrm>
            <a:off x="9448800"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800"/>
          </a:p>
        </p:txBody>
      </p:sp>
      <p:grpSp>
        <p:nvGrpSpPr>
          <p:cNvPr id="142" name="Google Shape;142;p3"/>
          <p:cNvGrpSpPr/>
          <p:nvPr/>
        </p:nvGrpSpPr>
        <p:grpSpPr>
          <a:xfrm>
            <a:off x="2466936" y="2566857"/>
            <a:ext cx="9035320" cy="1075983"/>
            <a:chOff x="3580" y="3549"/>
            <a:chExt cx="8234" cy="1270"/>
          </a:xfrm>
        </p:grpSpPr>
        <p:sp>
          <p:nvSpPr>
            <p:cNvPr id="143" name="Google Shape;143;p3"/>
            <p:cNvSpPr txBox="1"/>
            <p:nvPr/>
          </p:nvSpPr>
          <p:spPr>
            <a:xfrm>
              <a:off x="6485" y="3985"/>
              <a:ext cx="5329" cy="83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chemeClr val="dk1"/>
                  </a:solidFill>
                  <a:latin typeface="Microsoft Yahei"/>
                  <a:ea typeface="Microsoft Yahei"/>
                  <a:cs typeface="Microsoft Yahei"/>
                  <a:sym typeface="Microsoft Yahei"/>
                </a:rPr>
                <a:t> Modelling Processes </a:t>
              </a:r>
              <a:endParaRPr/>
            </a:p>
          </p:txBody>
        </p:sp>
        <p:sp>
          <p:nvSpPr>
            <p:cNvPr id="144" name="Google Shape;144;p3"/>
            <p:cNvSpPr txBox="1"/>
            <p:nvPr/>
          </p:nvSpPr>
          <p:spPr>
            <a:xfrm>
              <a:off x="4937" y="3839"/>
              <a:ext cx="1548" cy="69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chemeClr val="dk1"/>
                  </a:solidFill>
                  <a:latin typeface="Arial"/>
                  <a:ea typeface="Arial"/>
                  <a:cs typeface="Arial"/>
                  <a:sym typeface="Arial"/>
                </a:rPr>
                <a:t>PART  01</a:t>
              </a:r>
              <a:endParaRPr/>
            </a:p>
          </p:txBody>
        </p:sp>
        <p:sp>
          <p:nvSpPr>
            <p:cNvPr id="145" name="Google Shape;145;p3"/>
            <p:cNvSpPr/>
            <p:nvPr/>
          </p:nvSpPr>
          <p:spPr>
            <a:xfrm>
              <a:off x="3580" y="3549"/>
              <a:ext cx="934" cy="1270"/>
            </a:xfrm>
            <a:custGeom>
              <a:rect b="b" l="l" r="r" t="t"/>
              <a:pathLst>
                <a:path extrusionOk="0" h="540" w="314">
                  <a:moveTo>
                    <a:pt x="287" y="134"/>
                  </a:moveTo>
                  <a:cubicBezTo>
                    <a:pt x="314" y="144"/>
                    <a:pt x="314" y="144"/>
                    <a:pt x="314" y="144"/>
                  </a:cubicBezTo>
                  <a:cubicBezTo>
                    <a:pt x="275" y="254"/>
                    <a:pt x="275" y="254"/>
                    <a:pt x="275" y="254"/>
                  </a:cubicBezTo>
                  <a:cubicBezTo>
                    <a:pt x="244" y="254"/>
                    <a:pt x="244" y="254"/>
                    <a:pt x="244" y="254"/>
                  </a:cubicBezTo>
                  <a:lnTo>
                    <a:pt x="287" y="134"/>
                  </a:lnTo>
                  <a:close/>
                  <a:moveTo>
                    <a:pt x="306" y="50"/>
                  </a:moveTo>
                  <a:cubicBezTo>
                    <a:pt x="306" y="44"/>
                    <a:pt x="302" y="42"/>
                    <a:pt x="298" y="47"/>
                  </a:cubicBezTo>
                  <a:cubicBezTo>
                    <a:pt x="258" y="88"/>
                    <a:pt x="258" y="88"/>
                    <a:pt x="258" y="88"/>
                  </a:cubicBezTo>
                  <a:cubicBezTo>
                    <a:pt x="311" y="107"/>
                    <a:pt x="311" y="107"/>
                    <a:pt x="311" y="107"/>
                  </a:cubicBezTo>
                  <a:lnTo>
                    <a:pt x="306" y="50"/>
                  </a:lnTo>
                  <a:close/>
                  <a:moveTo>
                    <a:pt x="213" y="254"/>
                  </a:moveTo>
                  <a:cubicBezTo>
                    <a:pt x="260" y="124"/>
                    <a:pt x="260" y="124"/>
                    <a:pt x="260" y="124"/>
                  </a:cubicBezTo>
                  <a:cubicBezTo>
                    <a:pt x="233" y="114"/>
                    <a:pt x="233" y="114"/>
                    <a:pt x="233" y="114"/>
                  </a:cubicBezTo>
                  <a:cubicBezTo>
                    <a:pt x="183" y="254"/>
                    <a:pt x="183" y="254"/>
                    <a:pt x="183" y="254"/>
                  </a:cubicBezTo>
                  <a:lnTo>
                    <a:pt x="213" y="254"/>
                  </a:lnTo>
                  <a:close/>
                  <a:moveTo>
                    <a:pt x="7" y="68"/>
                  </a:moveTo>
                  <a:cubicBezTo>
                    <a:pt x="0" y="42"/>
                    <a:pt x="16" y="14"/>
                    <a:pt x="42" y="7"/>
                  </a:cubicBezTo>
                  <a:cubicBezTo>
                    <a:pt x="69" y="0"/>
                    <a:pt x="96" y="16"/>
                    <a:pt x="103" y="42"/>
                  </a:cubicBezTo>
                  <a:cubicBezTo>
                    <a:pt x="159" y="254"/>
                    <a:pt x="159" y="254"/>
                    <a:pt x="159" y="254"/>
                  </a:cubicBezTo>
                  <a:cubicBezTo>
                    <a:pt x="56" y="254"/>
                    <a:pt x="56" y="254"/>
                    <a:pt x="56" y="254"/>
                  </a:cubicBezTo>
                  <a:lnTo>
                    <a:pt x="7" y="68"/>
                  </a:lnTo>
                  <a:close/>
                  <a:moveTo>
                    <a:pt x="43" y="59"/>
                  </a:moveTo>
                  <a:cubicBezTo>
                    <a:pt x="78" y="187"/>
                    <a:pt x="78" y="187"/>
                    <a:pt x="78" y="187"/>
                  </a:cubicBezTo>
                  <a:cubicBezTo>
                    <a:pt x="79" y="193"/>
                    <a:pt x="86" y="197"/>
                    <a:pt x="93" y="195"/>
                  </a:cubicBezTo>
                  <a:cubicBezTo>
                    <a:pt x="99" y="194"/>
                    <a:pt x="103" y="187"/>
                    <a:pt x="102" y="181"/>
                  </a:cubicBezTo>
                  <a:cubicBezTo>
                    <a:pt x="67" y="53"/>
                    <a:pt x="67" y="53"/>
                    <a:pt x="67" y="53"/>
                  </a:cubicBezTo>
                  <a:cubicBezTo>
                    <a:pt x="66" y="46"/>
                    <a:pt x="59" y="43"/>
                    <a:pt x="52" y="44"/>
                  </a:cubicBezTo>
                  <a:cubicBezTo>
                    <a:pt x="46" y="46"/>
                    <a:pt x="42" y="53"/>
                    <a:pt x="43" y="59"/>
                  </a:cubicBezTo>
                  <a:close/>
                  <a:moveTo>
                    <a:pt x="292" y="274"/>
                  </a:moveTo>
                  <a:cubicBezTo>
                    <a:pt x="22" y="274"/>
                    <a:pt x="22" y="274"/>
                    <a:pt x="22" y="274"/>
                  </a:cubicBezTo>
                  <a:cubicBezTo>
                    <a:pt x="13" y="274"/>
                    <a:pt x="6" y="279"/>
                    <a:pt x="6" y="286"/>
                  </a:cubicBezTo>
                  <a:cubicBezTo>
                    <a:pt x="6" y="292"/>
                    <a:pt x="13" y="297"/>
                    <a:pt x="22" y="298"/>
                  </a:cubicBezTo>
                  <a:cubicBezTo>
                    <a:pt x="52" y="516"/>
                    <a:pt x="52" y="516"/>
                    <a:pt x="52" y="516"/>
                  </a:cubicBezTo>
                  <a:cubicBezTo>
                    <a:pt x="44" y="517"/>
                    <a:pt x="38" y="522"/>
                    <a:pt x="38" y="528"/>
                  </a:cubicBezTo>
                  <a:cubicBezTo>
                    <a:pt x="38" y="534"/>
                    <a:pt x="46" y="540"/>
                    <a:pt x="55" y="540"/>
                  </a:cubicBezTo>
                  <a:cubicBezTo>
                    <a:pt x="260" y="540"/>
                    <a:pt x="260" y="540"/>
                    <a:pt x="260" y="540"/>
                  </a:cubicBezTo>
                  <a:cubicBezTo>
                    <a:pt x="269" y="540"/>
                    <a:pt x="276" y="534"/>
                    <a:pt x="276" y="528"/>
                  </a:cubicBezTo>
                  <a:cubicBezTo>
                    <a:pt x="276" y="522"/>
                    <a:pt x="270" y="517"/>
                    <a:pt x="262" y="516"/>
                  </a:cubicBezTo>
                  <a:cubicBezTo>
                    <a:pt x="293" y="298"/>
                    <a:pt x="293" y="298"/>
                    <a:pt x="293" y="298"/>
                  </a:cubicBezTo>
                  <a:cubicBezTo>
                    <a:pt x="302" y="297"/>
                    <a:pt x="309" y="292"/>
                    <a:pt x="309" y="286"/>
                  </a:cubicBezTo>
                  <a:cubicBezTo>
                    <a:pt x="309" y="279"/>
                    <a:pt x="301" y="274"/>
                    <a:pt x="292" y="274"/>
                  </a:cubicBezTo>
                  <a:close/>
                  <a:moveTo>
                    <a:pt x="94" y="508"/>
                  </a:moveTo>
                  <a:cubicBezTo>
                    <a:pt x="94" y="508"/>
                    <a:pt x="93" y="508"/>
                    <a:pt x="92" y="508"/>
                  </a:cubicBezTo>
                  <a:cubicBezTo>
                    <a:pt x="87" y="508"/>
                    <a:pt x="82" y="504"/>
                    <a:pt x="81" y="498"/>
                  </a:cubicBezTo>
                  <a:cubicBezTo>
                    <a:pt x="55" y="312"/>
                    <a:pt x="55" y="312"/>
                    <a:pt x="55" y="312"/>
                  </a:cubicBezTo>
                  <a:cubicBezTo>
                    <a:pt x="54" y="306"/>
                    <a:pt x="58" y="300"/>
                    <a:pt x="64" y="300"/>
                  </a:cubicBezTo>
                  <a:cubicBezTo>
                    <a:pt x="70" y="299"/>
                    <a:pt x="76" y="303"/>
                    <a:pt x="77" y="309"/>
                  </a:cubicBezTo>
                  <a:cubicBezTo>
                    <a:pt x="104" y="495"/>
                    <a:pt x="104" y="495"/>
                    <a:pt x="104" y="495"/>
                  </a:cubicBezTo>
                  <a:cubicBezTo>
                    <a:pt x="105" y="501"/>
                    <a:pt x="100" y="507"/>
                    <a:pt x="94" y="508"/>
                  </a:cubicBezTo>
                  <a:close/>
                </a:path>
              </a:pathLst>
            </a:custGeom>
            <a:solidFill>
              <a:srgbClr val="76D1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6" name="Google Shape;146;p3"/>
          <p:cNvSpPr/>
          <p:nvPr/>
        </p:nvSpPr>
        <p:spPr>
          <a:xfrm>
            <a:off x="8958805" y="40175"/>
            <a:ext cx="3233195" cy="84495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4"/>
          <p:cNvSpPr/>
          <p:nvPr/>
        </p:nvSpPr>
        <p:spPr>
          <a:xfrm>
            <a:off x="724844" y="942537"/>
            <a:ext cx="5282059" cy="5669279"/>
          </a:xfrm>
          <a:prstGeom prst="roundRect">
            <a:avLst>
              <a:gd fmla="val 0" name="adj"/>
            </a:avLst>
          </a:prstGeom>
          <a:solidFill>
            <a:schemeClr val="lt1"/>
          </a:solidFill>
          <a:ln cap="flat" cmpd="sng" w="12700">
            <a:solidFill>
              <a:srgbClr val="42719B"/>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2060"/>
              </a:solidFill>
              <a:latin typeface="Arial"/>
              <a:ea typeface="Arial"/>
              <a:cs typeface="Arial"/>
              <a:sym typeface="Arial"/>
            </a:endParaRPr>
          </a:p>
        </p:txBody>
      </p:sp>
      <p:cxnSp>
        <p:nvCxnSpPr>
          <p:cNvPr id="152" name="Google Shape;152;p4"/>
          <p:cNvCxnSpPr/>
          <p:nvPr/>
        </p:nvCxnSpPr>
        <p:spPr>
          <a:xfrm>
            <a:off x="323088" y="783575"/>
            <a:ext cx="11468100" cy="0"/>
          </a:xfrm>
          <a:prstGeom prst="straightConnector1">
            <a:avLst/>
          </a:prstGeom>
          <a:noFill/>
          <a:ln cap="flat" cmpd="sng" w="28575">
            <a:solidFill>
              <a:schemeClr val="accent3"/>
            </a:solidFill>
            <a:prstDash val="solid"/>
            <a:round/>
            <a:headEnd len="sm" w="sm" type="none"/>
            <a:tailEnd len="sm" w="sm" type="none"/>
          </a:ln>
          <a:effectLst>
            <a:outerShdw blurRad="50800" rotWithShape="0" algn="bl" dir="18900000" dist="38100">
              <a:srgbClr val="000000">
                <a:alpha val="40000"/>
              </a:srgbClr>
            </a:outerShdw>
          </a:effectLst>
        </p:spPr>
      </p:cxnSp>
      <p:sp>
        <p:nvSpPr>
          <p:cNvPr id="153" name="Google Shape;153;p4"/>
          <p:cNvSpPr txBox="1"/>
          <p:nvPr/>
        </p:nvSpPr>
        <p:spPr>
          <a:xfrm>
            <a:off x="2222703" y="169605"/>
            <a:ext cx="9969297" cy="6140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400" u="none" cap="none" strike="noStrike">
                <a:solidFill>
                  <a:srgbClr val="005D98"/>
                </a:solidFill>
                <a:latin typeface="Microsoft Yahei"/>
                <a:ea typeface="Microsoft Yahei"/>
                <a:cs typeface="Microsoft Yahei"/>
                <a:sym typeface="Microsoft Yahei"/>
              </a:rPr>
              <a:t>Modelling Processes </a:t>
            </a:r>
            <a:r>
              <a:rPr b="1" i="0" lang="en-US" sz="3400" u="none" cap="none" strike="noStrike">
                <a:solidFill>
                  <a:schemeClr val="dk1"/>
                </a:solidFill>
                <a:latin typeface="Microsoft Yahei"/>
                <a:ea typeface="Microsoft Yahei"/>
                <a:cs typeface="Microsoft Yahei"/>
                <a:sym typeface="Microsoft Yahei"/>
              </a:rPr>
              <a:t>- Flowchart</a:t>
            </a:r>
            <a:endParaRPr/>
          </a:p>
        </p:txBody>
      </p:sp>
      <p:pic>
        <p:nvPicPr>
          <p:cNvPr id="154" name="Google Shape;154;p4"/>
          <p:cNvPicPr preferRelativeResize="0"/>
          <p:nvPr/>
        </p:nvPicPr>
        <p:blipFill rotWithShape="1">
          <a:blip r:embed="rId3">
            <a:alphaModFix/>
          </a:blip>
          <a:srcRect b="1110" l="0" r="4904" t="5252"/>
          <a:stretch/>
        </p:blipFill>
        <p:spPr>
          <a:xfrm>
            <a:off x="6530779" y="953037"/>
            <a:ext cx="5267325" cy="5708015"/>
          </a:xfrm>
          <a:prstGeom prst="rect">
            <a:avLst/>
          </a:prstGeom>
          <a:noFill/>
          <a:ln>
            <a:noFill/>
          </a:ln>
        </p:spPr>
      </p:pic>
      <p:sp>
        <p:nvSpPr>
          <p:cNvPr id="155" name="Google Shape;155;p4"/>
          <p:cNvSpPr txBox="1"/>
          <p:nvPr/>
        </p:nvSpPr>
        <p:spPr>
          <a:xfrm>
            <a:off x="975475" y="1421130"/>
            <a:ext cx="5212080" cy="543687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5D98"/>
              </a:buClr>
              <a:buSzPts val="2000"/>
              <a:buFont typeface="Noto Sans Symbols"/>
              <a:buNone/>
            </a:pPr>
            <a:r>
              <a:rPr b="1" lang="en-US" sz="2000">
                <a:solidFill>
                  <a:srgbClr val="005D98"/>
                </a:solidFill>
                <a:latin typeface="Microsoft Yahei"/>
                <a:ea typeface="Microsoft Yahei"/>
                <a:cs typeface="Microsoft Yahei"/>
                <a:sym typeface="Microsoft Yahei"/>
              </a:rPr>
              <a:t>Analysis of Electricity Demand at BspAlb</a:t>
            </a:r>
            <a:endParaRPr/>
          </a:p>
          <a:p>
            <a:pPr indent="-342900" lvl="0" marL="342900" marR="0" rtl="0" algn="l">
              <a:lnSpc>
                <a:spcPct val="150000"/>
              </a:lnSpc>
              <a:spcBef>
                <a:spcPts val="0"/>
              </a:spcBef>
              <a:spcAft>
                <a:spcPts val="0"/>
              </a:spcAft>
              <a:buClr>
                <a:schemeClr val="dk1"/>
              </a:buClr>
              <a:buSzPts val="2000"/>
              <a:buFont typeface="Arial"/>
              <a:buAutoNum type="arabicPeriod"/>
            </a:pPr>
            <a:r>
              <a:rPr lang="en-US" sz="2000">
                <a:solidFill>
                  <a:schemeClr val="dk1"/>
                </a:solidFill>
                <a:latin typeface="Microsoft Yahei"/>
                <a:ea typeface="Microsoft Yahei"/>
                <a:cs typeface="Microsoft Yahei"/>
                <a:sym typeface="Microsoft Yahei"/>
              </a:rPr>
              <a:t>Visualization of the Time Series</a:t>
            </a:r>
            <a:endParaRPr/>
          </a:p>
          <a:p>
            <a:pPr indent="-342900" lvl="0" marL="342900" marR="0" rtl="0" algn="l">
              <a:lnSpc>
                <a:spcPct val="150000"/>
              </a:lnSpc>
              <a:spcBef>
                <a:spcPts val="0"/>
              </a:spcBef>
              <a:spcAft>
                <a:spcPts val="0"/>
              </a:spcAft>
              <a:buClr>
                <a:schemeClr val="dk1"/>
              </a:buClr>
              <a:buSzPts val="2000"/>
              <a:buFont typeface="Arial"/>
              <a:buAutoNum type="arabicPeriod"/>
            </a:pPr>
            <a:r>
              <a:rPr lang="en-US" sz="2000">
                <a:solidFill>
                  <a:schemeClr val="dk1"/>
                </a:solidFill>
                <a:latin typeface="Microsoft Yahei"/>
                <a:ea typeface="Microsoft Yahei"/>
                <a:cs typeface="Microsoft Yahei"/>
                <a:sym typeface="Microsoft Yahei"/>
              </a:rPr>
              <a:t>Fitting a Trigonometric Regression Model</a:t>
            </a:r>
            <a:endParaRPr/>
          </a:p>
          <a:p>
            <a:pPr indent="-342900" lvl="0" marL="342900" marR="0" rtl="0" algn="l">
              <a:lnSpc>
                <a:spcPct val="150000"/>
              </a:lnSpc>
              <a:spcBef>
                <a:spcPts val="0"/>
              </a:spcBef>
              <a:spcAft>
                <a:spcPts val="0"/>
              </a:spcAft>
              <a:buClr>
                <a:schemeClr val="dk1"/>
              </a:buClr>
              <a:buSzPts val="2000"/>
              <a:buFont typeface="Arial"/>
              <a:buAutoNum type="arabicPeriod"/>
            </a:pPr>
            <a:r>
              <a:rPr lang="en-US" sz="2000">
                <a:solidFill>
                  <a:schemeClr val="dk1"/>
                </a:solidFill>
                <a:latin typeface="Microsoft Yahei"/>
                <a:ea typeface="Microsoft Yahei"/>
                <a:cs typeface="Microsoft Yahei"/>
                <a:sym typeface="Microsoft Yahei"/>
              </a:rPr>
              <a:t>The SARMA Modelling For the Residuals</a:t>
            </a:r>
            <a:endParaRPr/>
          </a:p>
          <a:p>
            <a:pPr indent="0" lvl="0" marL="0" marR="0" rtl="0" algn="l">
              <a:lnSpc>
                <a:spcPct val="150000"/>
              </a:lnSpc>
              <a:spcBef>
                <a:spcPts val="0"/>
              </a:spcBef>
              <a:spcAft>
                <a:spcPts val="0"/>
              </a:spcAft>
              <a:buClr>
                <a:srgbClr val="005D98"/>
              </a:buClr>
              <a:buSzPts val="2000"/>
              <a:buFont typeface="Noto Sans Symbols"/>
              <a:buNone/>
            </a:pPr>
            <a:r>
              <a:rPr b="1" lang="en-US" sz="2000">
                <a:solidFill>
                  <a:srgbClr val="005D98"/>
                </a:solidFill>
                <a:latin typeface="Microsoft Yahei"/>
                <a:ea typeface="Microsoft Yahei"/>
                <a:cs typeface="Microsoft Yahei"/>
                <a:sym typeface="Microsoft Yahei"/>
              </a:rPr>
              <a:t>Analysis of Electricity Demand at BspArn</a:t>
            </a:r>
            <a:endParaRPr/>
          </a:p>
          <a:p>
            <a:pPr indent="0" lvl="0" marL="0" marR="0" rtl="0" algn="l">
              <a:lnSpc>
                <a:spcPct val="150000"/>
              </a:lnSpc>
              <a:spcBef>
                <a:spcPts val="0"/>
              </a:spcBef>
              <a:spcAft>
                <a:spcPts val="0"/>
              </a:spcAft>
              <a:buClr>
                <a:srgbClr val="005D98"/>
              </a:buClr>
              <a:buSzPts val="2000"/>
              <a:buFont typeface="Noto Sans Symbols"/>
              <a:buNone/>
            </a:pPr>
            <a:r>
              <a:rPr b="1" lang="en-US" sz="2000">
                <a:solidFill>
                  <a:srgbClr val="005D98"/>
                </a:solidFill>
                <a:latin typeface="Microsoft Yahei"/>
                <a:ea typeface="Microsoft Yahei"/>
                <a:cs typeface="Microsoft Yahei"/>
                <a:sym typeface="Microsoft Yahei"/>
              </a:rPr>
              <a:t>Comparisons on Periodicities</a:t>
            </a:r>
            <a:endParaRPr/>
          </a:p>
          <a:p>
            <a:pPr indent="0" lvl="0" marL="0" marR="0" rtl="0" algn="l">
              <a:spcBef>
                <a:spcPts val="0"/>
              </a:spcBef>
              <a:spcAft>
                <a:spcPts val="0"/>
              </a:spcAft>
              <a:buClr>
                <a:schemeClr val="dk1"/>
              </a:buClr>
              <a:buSzPts val="2000"/>
              <a:buFont typeface="Arial"/>
              <a:buNone/>
            </a:pPr>
            <a:r>
              <a:t/>
            </a:r>
            <a:endParaRPr b="1" sz="2000">
              <a:solidFill>
                <a:srgbClr val="005D98"/>
              </a:solidFill>
              <a:latin typeface="Microsoft Yahei"/>
              <a:ea typeface="Microsoft Yahei"/>
              <a:cs typeface="Microsoft Yahei"/>
              <a:sym typeface="Microsoft Yahei"/>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cxnSp>
        <p:nvCxnSpPr>
          <p:cNvPr id="162" name="Google Shape;162;p5"/>
          <p:cNvCxnSpPr/>
          <p:nvPr/>
        </p:nvCxnSpPr>
        <p:spPr>
          <a:xfrm>
            <a:off x="323088" y="783575"/>
            <a:ext cx="11468100" cy="0"/>
          </a:xfrm>
          <a:prstGeom prst="straightConnector1">
            <a:avLst/>
          </a:prstGeom>
          <a:noFill/>
          <a:ln cap="flat" cmpd="sng" w="28575">
            <a:solidFill>
              <a:schemeClr val="accent3"/>
            </a:solidFill>
            <a:prstDash val="solid"/>
            <a:round/>
            <a:headEnd len="sm" w="sm" type="none"/>
            <a:tailEnd len="sm" w="sm" type="none"/>
          </a:ln>
          <a:effectLst>
            <a:outerShdw blurRad="50800" rotWithShape="0" algn="bl" dir="18900000" dist="38100">
              <a:srgbClr val="000000">
                <a:alpha val="40000"/>
              </a:srgbClr>
            </a:outerShdw>
          </a:effectLst>
        </p:spPr>
      </p:cxnSp>
      <p:sp>
        <p:nvSpPr>
          <p:cNvPr id="163" name="Google Shape;163;p5"/>
          <p:cNvSpPr/>
          <p:nvPr/>
        </p:nvSpPr>
        <p:spPr>
          <a:xfrm>
            <a:off x="474980" y="134620"/>
            <a:ext cx="579755" cy="539750"/>
          </a:xfrm>
          <a:prstGeom prst="ellipse">
            <a:avLst/>
          </a:prstGeom>
          <a:solidFill>
            <a:srgbClr val="005D9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Black"/>
              <a:ea typeface="Arial Black"/>
              <a:cs typeface="Arial Black"/>
              <a:sym typeface="Arial Black"/>
            </a:endParaRPr>
          </a:p>
        </p:txBody>
      </p:sp>
      <p:sp>
        <p:nvSpPr>
          <p:cNvPr id="164" name="Google Shape;164;p5"/>
          <p:cNvSpPr txBox="1"/>
          <p:nvPr/>
        </p:nvSpPr>
        <p:spPr>
          <a:xfrm>
            <a:off x="475615" y="217170"/>
            <a:ext cx="578485" cy="4559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Stardos Stencil"/>
                <a:ea typeface="Stardos Stencil"/>
                <a:cs typeface="Stardos Stencil"/>
                <a:sym typeface="Stardos Stencil"/>
              </a:rPr>
              <a:t>01</a:t>
            </a:r>
            <a:endParaRPr/>
          </a:p>
        </p:txBody>
      </p:sp>
      <p:grpSp>
        <p:nvGrpSpPr>
          <p:cNvPr id="165" name="Google Shape;165;p5"/>
          <p:cNvGrpSpPr/>
          <p:nvPr/>
        </p:nvGrpSpPr>
        <p:grpSpPr>
          <a:xfrm>
            <a:off x="972360" y="1213891"/>
            <a:ext cx="5017645" cy="4527868"/>
            <a:chOff x="9952" y="2778"/>
            <a:chExt cx="6600" cy="5790"/>
          </a:xfrm>
        </p:grpSpPr>
        <p:sp>
          <p:nvSpPr>
            <p:cNvPr id="166" name="Google Shape;166;p5"/>
            <p:cNvSpPr/>
            <p:nvPr/>
          </p:nvSpPr>
          <p:spPr>
            <a:xfrm flipH="1">
              <a:off x="9952" y="2778"/>
              <a:ext cx="6600" cy="5790"/>
            </a:xfrm>
            <a:prstGeom prst="rect">
              <a:avLst/>
            </a:prstGeom>
            <a:solidFill>
              <a:schemeClr val="lt1"/>
            </a:solidFill>
            <a:ln>
              <a:noFill/>
            </a:ln>
            <a:effectLst>
              <a:outerShdw blurRad="3556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Albion St ) and BspArn(Arnside</a:t>
              </a:r>
              <a:endParaRPr/>
            </a:p>
          </p:txBody>
        </p:sp>
        <p:pic>
          <p:nvPicPr>
            <p:cNvPr id="167" name="Google Shape;167;p5"/>
            <p:cNvPicPr preferRelativeResize="0"/>
            <p:nvPr/>
          </p:nvPicPr>
          <p:blipFill rotWithShape="1">
            <a:blip r:embed="rId3">
              <a:alphaModFix/>
            </a:blip>
            <a:srcRect b="0" l="0" r="0" t="4058"/>
            <a:stretch/>
          </p:blipFill>
          <p:spPr>
            <a:xfrm>
              <a:off x="10449" y="5600"/>
              <a:ext cx="6103" cy="2850"/>
            </a:xfrm>
            <a:prstGeom prst="rect">
              <a:avLst/>
            </a:prstGeom>
            <a:noFill/>
            <a:ln>
              <a:noFill/>
            </a:ln>
          </p:spPr>
        </p:pic>
        <p:pic>
          <p:nvPicPr>
            <p:cNvPr id="168" name="Google Shape;168;p5"/>
            <p:cNvPicPr preferRelativeResize="0"/>
            <p:nvPr/>
          </p:nvPicPr>
          <p:blipFill rotWithShape="1">
            <a:blip r:embed="rId4">
              <a:alphaModFix/>
            </a:blip>
            <a:srcRect b="28040" l="21785" r="19019" t="10433"/>
            <a:stretch/>
          </p:blipFill>
          <p:spPr>
            <a:xfrm>
              <a:off x="10591" y="3061"/>
              <a:ext cx="5432" cy="2465"/>
            </a:xfrm>
            <a:prstGeom prst="rect">
              <a:avLst/>
            </a:prstGeom>
            <a:noFill/>
            <a:ln>
              <a:noFill/>
            </a:ln>
          </p:spPr>
        </p:pic>
        <p:sp>
          <p:nvSpPr>
            <p:cNvPr id="169" name="Google Shape;169;p5"/>
            <p:cNvSpPr txBox="1"/>
            <p:nvPr/>
          </p:nvSpPr>
          <p:spPr>
            <a:xfrm rot="-5400000">
              <a:off x="8812" y="5126"/>
              <a:ext cx="4040" cy="403"/>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Arnside                   Albion St</a:t>
              </a:r>
              <a:endParaRPr/>
            </a:p>
          </p:txBody>
        </p:sp>
      </p:grpSp>
      <p:grpSp>
        <p:nvGrpSpPr>
          <p:cNvPr id="170" name="Google Shape;170;p5"/>
          <p:cNvGrpSpPr/>
          <p:nvPr/>
        </p:nvGrpSpPr>
        <p:grpSpPr>
          <a:xfrm>
            <a:off x="6622415" y="1214120"/>
            <a:ext cx="4904105" cy="4528185"/>
            <a:chOff x="10667" y="1912"/>
            <a:chExt cx="7902" cy="7131"/>
          </a:xfrm>
        </p:grpSpPr>
        <p:sp>
          <p:nvSpPr>
            <p:cNvPr id="171" name="Google Shape;171;p5"/>
            <p:cNvSpPr/>
            <p:nvPr/>
          </p:nvSpPr>
          <p:spPr>
            <a:xfrm flipH="1">
              <a:off x="10667" y="1912"/>
              <a:ext cx="7902" cy="7131"/>
            </a:xfrm>
            <a:prstGeom prst="rect">
              <a:avLst/>
            </a:prstGeom>
            <a:solidFill>
              <a:schemeClr val="lt1"/>
            </a:solidFill>
            <a:ln>
              <a:noFill/>
            </a:ln>
            <a:effectLst>
              <a:outerShdw blurRad="3556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Albion St ) and BspArn(Arnside</a:t>
              </a:r>
              <a:endParaRPr/>
            </a:p>
          </p:txBody>
        </p:sp>
        <p:pic>
          <p:nvPicPr>
            <p:cNvPr id="172" name="Google Shape;172;p5"/>
            <p:cNvPicPr preferRelativeResize="0"/>
            <p:nvPr/>
          </p:nvPicPr>
          <p:blipFill rotWithShape="1">
            <a:blip r:embed="rId5">
              <a:alphaModFix/>
            </a:blip>
            <a:srcRect b="0" l="0" r="0" t="0"/>
            <a:stretch/>
          </p:blipFill>
          <p:spPr>
            <a:xfrm>
              <a:off x="10869" y="2194"/>
              <a:ext cx="7498" cy="6567"/>
            </a:xfrm>
            <a:prstGeom prst="rect">
              <a:avLst/>
            </a:prstGeom>
            <a:noFill/>
            <a:ln>
              <a:noFill/>
            </a:ln>
          </p:spPr>
        </p:pic>
      </p:grpSp>
      <p:sp>
        <p:nvSpPr>
          <p:cNvPr id="173" name="Google Shape;173;p5"/>
          <p:cNvSpPr txBox="1"/>
          <p:nvPr/>
        </p:nvSpPr>
        <p:spPr>
          <a:xfrm>
            <a:off x="1232103" y="101660"/>
            <a:ext cx="9969297" cy="6140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5D98"/>
                </a:solidFill>
                <a:latin typeface="Microsoft Yahei"/>
                <a:ea typeface="Microsoft Yahei"/>
                <a:cs typeface="Microsoft Yahei"/>
                <a:sym typeface="Microsoft Yahei"/>
              </a:rPr>
              <a:t>Modelling Processes </a:t>
            </a:r>
            <a:r>
              <a:rPr b="1" lang="en-US" sz="3400">
                <a:solidFill>
                  <a:schemeClr val="dk1"/>
                </a:solidFill>
                <a:latin typeface="Microsoft Yahei"/>
                <a:ea typeface="Microsoft Yahei"/>
                <a:cs typeface="Microsoft Yahei"/>
                <a:sym typeface="Microsoft Yahei"/>
              </a:rPr>
              <a:t>- Visualizations</a:t>
            </a:r>
            <a:endParaRPr b="1" sz="3400">
              <a:solidFill>
                <a:schemeClr val="dk1"/>
              </a:solidFill>
              <a:latin typeface="Microsoft Yahei"/>
              <a:ea typeface="Microsoft Yahei"/>
              <a:cs typeface="Microsoft Yahei"/>
              <a:sym typeface="Microsoft Yahei"/>
            </a:endParaRPr>
          </a:p>
        </p:txBody>
      </p:sp>
      <p:sp>
        <p:nvSpPr>
          <p:cNvPr id="174" name="Google Shape;174;p5"/>
          <p:cNvSpPr txBox="1"/>
          <p:nvPr/>
        </p:nvSpPr>
        <p:spPr>
          <a:xfrm>
            <a:off x="3349625" y="4200525"/>
            <a:ext cx="10245725" cy="154114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75" name="Google Shape;175;p5"/>
          <p:cNvCxnSpPr/>
          <p:nvPr/>
        </p:nvCxnSpPr>
        <p:spPr>
          <a:xfrm flipH="1">
            <a:off x="6282890" y="894025"/>
            <a:ext cx="23495" cy="5941060"/>
          </a:xfrm>
          <a:prstGeom prst="straightConnector1">
            <a:avLst/>
          </a:prstGeom>
          <a:noFill/>
          <a:ln cap="flat" cmpd="sng" w="19050">
            <a:solidFill>
              <a:srgbClr val="005D98"/>
            </a:solidFill>
            <a:prstDash val="dash"/>
            <a:round/>
            <a:headEnd len="sm" w="sm" type="none"/>
            <a:tailEnd len="sm" w="sm" type="none"/>
          </a:ln>
        </p:spPr>
      </p:cxnSp>
      <p:sp>
        <p:nvSpPr>
          <p:cNvPr id="176" name="Google Shape;176;p5"/>
          <p:cNvSpPr txBox="1"/>
          <p:nvPr/>
        </p:nvSpPr>
        <p:spPr>
          <a:xfrm>
            <a:off x="7674757" y="6055897"/>
            <a:ext cx="609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Microsoft Yahei"/>
                <a:ea typeface="Microsoft Yahei"/>
                <a:cs typeface="Microsoft Yahei"/>
                <a:sym typeface="Microsoft Yahei"/>
              </a:rPr>
              <a:t>ACF and PACF plots</a:t>
            </a:r>
            <a:endParaRPr/>
          </a:p>
        </p:txBody>
      </p:sp>
      <p:sp>
        <p:nvSpPr>
          <p:cNvPr id="177" name="Google Shape;177;p5"/>
          <p:cNvSpPr txBox="1"/>
          <p:nvPr/>
        </p:nvSpPr>
        <p:spPr>
          <a:xfrm>
            <a:off x="1084728" y="6010326"/>
            <a:ext cx="5531485" cy="9461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Microsoft Yahei"/>
                <a:ea typeface="Microsoft Yahei"/>
                <a:cs typeface="Microsoft Yahei"/>
                <a:sym typeface="Microsoft Yahei"/>
              </a:rPr>
              <a:t>Visualizations of </a:t>
            </a:r>
            <a:r>
              <a:rPr lang="en-US" sz="1800">
                <a:solidFill>
                  <a:schemeClr val="dk1"/>
                </a:solidFill>
                <a:latin typeface="Arial"/>
                <a:ea typeface="Arial"/>
                <a:cs typeface="Arial"/>
                <a:sym typeface="Arial"/>
              </a:rPr>
              <a:t>demand for electricity time-depending series at </a:t>
            </a:r>
            <a:r>
              <a:rPr b="1" lang="en-US" sz="1800">
                <a:solidFill>
                  <a:schemeClr val="dk1"/>
                </a:solidFill>
                <a:latin typeface="Arial"/>
                <a:ea typeface="Arial"/>
                <a:cs typeface="Arial"/>
                <a:sym typeface="Arial"/>
              </a:rPr>
              <a:t>Albion St and Arnside</a:t>
            </a:r>
            <a:endParaRPr b="1"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cxnSp>
        <p:nvCxnSpPr>
          <p:cNvPr id="184" name="Google Shape;184;p6"/>
          <p:cNvCxnSpPr/>
          <p:nvPr/>
        </p:nvCxnSpPr>
        <p:spPr>
          <a:xfrm>
            <a:off x="323088" y="783575"/>
            <a:ext cx="11468100" cy="0"/>
          </a:xfrm>
          <a:prstGeom prst="straightConnector1">
            <a:avLst/>
          </a:prstGeom>
          <a:noFill/>
          <a:ln cap="flat" cmpd="sng" w="28575">
            <a:solidFill>
              <a:schemeClr val="accent3"/>
            </a:solidFill>
            <a:prstDash val="solid"/>
            <a:round/>
            <a:headEnd len="sm" w="sm" type="none"/>
            <a:tailEnd len="sm" w="sm" type="none"/>
          </a:ln>
          <a:effectLst>
            <a:outerShdw blurRad="50800" rotWithShape="0" algn="bl" dir="18900000" dist="38100">
              <a:srgbClr val="000000">
                <a:alpha val="40000"/>
              </a:srgbClr>
            </a:outerShdw>
          </a:effectLst>
        </p:spPr>
      </p:cxnSp>
      <p:sp>
        <p:nvSpPr>
          <p:cNvPr id="185" name="Google Shape;185;p6"/>
          <p:cNvSpPr/>
          <p:nvPr/>
        </p:nvSpPr>
        <p:spPr>
          <a:xfrm>
            <a:off x="474980" y="134620"/>
            <a:ext cx="579755" cy="539750"/>
          </a:xfrm>
          <a:prstGeom prst="ellipse">
            <a:avLst/>
          </a:prstGeom>
          <a:solidFill>
            <a:srgbClr val="005D9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Black"/>
              <a:ea typeface="Arial Black"/>
              <a:cs typeface="Arial Black"/>
              <a:sym typeface="Arial Black"/>
            </a:endParaRPr>
          </a:p>
        </p:txBody>
      </p:sp>
      <p:sp>
        <p:nvSpPr>
          <p:cNvPr id="186" name="Google Shape;186;p6"/>
          <p:cNvSpPr txBox="1"/>
          <p:nvPr/>
        </p:nvSpPr>
        <p:spPr>
          <a:xfrm>
            <a:off x="475615" y="217170"/>
            <a:ext cx="578485" cy="4559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Stardos Stencil"/>
                <a:ea typeface="Stardos Stencil"/>
                <a:cs typeface="Stardos Stencil"/>
                <a:sym typeface="Stardos Stencil"/>
              </a:rPr>
              <a:t>02</a:t>
            </a:r>
            <a:endParaRPr/>
          </a:p>
        </p:txBody>
      </p:sp>
      <p:sp>
        <p:nvSpPr>
          <p:cNvPr id="187" name="Google Shape;187;p6"/>
          <p:cNvSpPr txBox="1"/>
          <p:nvPr/>
        </p:nvSpPr>
        <p:spPr>
          <a:xfrm>
            <a:off x="1267460" y="138430"/>
            <a:ext cx="11492230" cy="6140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5D98"/>
                </a:solidFill>
                <a:latin typeface="Microsoft Yahei"/>
                <a:ea typeface="Microsoft Yahei"/>
                <a:cs typeface="Microsoft Yahei"/>
                <a:sym typeface="Microsoft Yahei"/>
              </a:rPr>
              <a:t>Modelling </a:t>
            </a:r>
            <a:r>
              <a:rPr b="1" lang="en-US" sz="3400">
                <a:solidFill>
                  <a:schemeClr val="dk1"/>
                </a:solidFill>
                <a:latin typeface="Microsoft Yahei"/>
                <a:ea typeface="Microsoft Yahei"/>
                <a:cs typeface="Microsoft Yahei"/>
                <a:sym typeface="Microsoft Yahei"/>
              </a:rPr>
              <a:t>- Trigonometric Regression Model </a:t>
            </a:r>
            <a:endParaRPr/>
          </a:p>
        </p:txBody>
      </p:sp>
      <p:grpSp>
        <p:nvGrpSpPr>
          <p:cNvPr id="188" name="Google Shape;188;p6"/>
          <p:cNvGrpSpPr/>
          <p:nvPr/>
        </p:nvGrpSpPr>
        <p:grpSpPr>
          <a:xfrm>
            <a:off x="1267460" y="1631315"/>
            <a:ext cx="9928225" cy="4911118"/>
            <a:chOff x="1855" y="1834"/>
            <a:chExt cx="15635" cy="7411"/>
          </a:xfrm>
        </p:grpSpPr>
        <p:sp>
          <p:nvSpPr>
            <p:cNvPr id="189" name="Google Shape;189;p6"/>
            <p:cNvSpPr/>
            <p:nvPr/>
          </p:nvSpPr>
          <p:spPr>
            <a:xfrm flipH="1">
              <a:off x="1855" y="1834"/>
              <a:ext cx="15635" cy="7411"/>
            </a:xfrm>
            <a:prstGeom prst="rect">
              <a:avLst/>
            </a:prstGeom>
            <a:solidFill>
              <a:schemeClr val="lt1"/>
            </a:solidFill>
            <a:ln>
              <a:noFill/>
            </a:ln>
            <a:effectLst>
              <a:outerShdw blurRad="3556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Albion St ) and BspArn(Arnside</a:t>
              </a:r>
              <a:endParaRPr/>
            </a:p>
          </p:txBody>
        </p:sp>
        <p:sp>
          <p:nvSpPr>
            <p:cNvPr id="190" name="Google Shape;190;p6"/>
            <p:cNvSpPr txBox="1"/>
            <p:nvPr/>
          </p:nvSpPr>
          <p:spPr>
            <a:xfrm>
              <a:off x="2997" y="2302"/>
              <a:ext cx="13846" cy="5873"/>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1800">
                  <a:solidFill>
                    <a:schemeClr val="dk1"/>
                  </a:solidFill>
                  <a:latin typeface="Microsoft Yahei"/>
                  <a:ea typeface="Microsoft Yahei"/>
                  <a:cs typeface="Microsoft Yahei"/>
                  <a:sym typeface="Microsoft Yahei"/>
                </a:rPr>
                <a:t>A trigonometric regression model with the sine and cosine variables was formalized as below:</a:t>
              </a:r>
              <a:endParaRPr sz="1800">
                <a:solidFill>
                  <a:schemeClr val="dk1"/>
                </a:solidFill>
                <a:latin typeface="Microsoft Yahei"/>
                <a:ea typeface="Microsoft Yahei"/>
                <a:cs typeface="Microsoft Yahei"/>
                <a:sym typeface="Microsoft Yahei"/>
              </a:endParaRPr>
            </a:p>
            <a:p>
              <a:pPr indent="0" lvl="0" marL="0" marR="0" rtl="0" algn="just">
                <a:spcBef>
                  <a:spcPts val="0"/>
                </a:spcBef>
                <a:spcAft>
                  <a:spcPts val="0"/>
                </a:spcAft>
                <a:buNone/>
              </a:pPr>
              <a:r>
                <a:t/>
              </a:r>
              <a:endParaRPr sz="1800">
                <a:solidFill>
                  <a:schemeClr val="dk1"/>
                </a:solidFill>
                <a:latin typeface="Microsoft Yahei"/>
                <a:ea typeface="Microsoft Yahei"/>
                <a:cs typeface="Microsoft Yahei"/>
                <a:sym typeface="Microsoft Yahei"/>
              </a:endParaRPr>
            </a:p>
            <a:p>
              <a:pPr indent="0" lvl="0" marL="0" marR="0" rtl="0" algn="just">
                <a:spcBef>
                  <a:spcPts val="0"/>
                </a:spcBef>
                <a:spcAft>
                  <a:spcPts val="0"/>
                </a:spcAft>
                <a:buNone/>
              </a:pPr>
              <a:r>
                <a:t/>
              </a:r>
              <a:endParaRPr sz="1800">
                <a:solidFill>
                  <a:schemeClr val="dk1"/>
                </a:solidFill>
                <a:latin typeface="Microsoft Yahei"/>
                <a:ea typeface="Microsoft Yahei"/>
                <a:cs typeface="Microsoft Yahei"/>
                <a:sym typeface="Microsoft Yahei"/>
              </a:endParaRPr>
            </a:p>
            <a:p>
              <a:pPr indent="0" lvl="0" marL="0" marR="0" rtl="0" algn="just">
                <a:spcBef>
                  <a:spcPts val="0"/>
                </a:spcBef>
                <a:spcAft>
                  <a:spcPts val="0"/>
                </a:spcAft>
                <a:buNone/>
              </a:pPr>
              <a:r>
                <a:rPr lang="en-US" sz="1800">
                  <a:solidFill>
                    <a:schemeClr val="dk1"/>
                  </a:solidFill>
                  <a:latin typeface="Microsoft Yahei"/>
                  <a:ea typeface="Microsoft Yahei"/>
                  <a:cs typeface="Microsoft Yahei"/>
                  <a:sym typeface="Microsoft Yahei"/>
                </a:rPr>
                <a:t>Where ωi = 2π ∗ f; and the frequencies f = 0, 1/s, 2/s,. . . , [s/2]/s </a:t>
              </a:r>
              <a:endParaRPr/>
            </a:p>
            <a:p>
              <a:pPr indent="0" lvl="0" marL="0" marR="0" rtl="0" algn="just">
                <a:spcBef>
                  <a:spcPts val="0"/>
                </a:spcBef>
                <a:spcAft>
                  <a:spcPts val="0"/>
                </a:spcAft>
                <a:buNone/>
              </a:pPr>
              <a:r>
                <a:rPr lang="en-US" sz="1800">
                  <a:solidFill>
                    <a:schemeClr val="dk1"/>
                  </a:solidFill>
                  <a:latin typeface="Microsoft Yahei"/>
                  <a:ea typeface="Microsoft Yahei"/>
                  <a:cs typeface="Microsoft Yahei"/>
                  <a:sym typeface="Microsoft Yahei"/>
                </a:rPr>
                <a:t>where s represents the period.</a:t>
              </a:r>
              <a:endParaRPr/>
            </a:p>
            <a:p>
              <a:pPr indent="0" lvl="0" marL="0" marR="0" rtl="0" algn="just">
                <a:spcBef>
                  <a:spcPts val="0"/>
                </a:spcBef>
                <a:spcAft>
                  <a:spcPts val="0"/>
                </a:spcAft>
                <a:buNone/>
              </a:pPr>
              <a:r>
                <a:t/>
              </a:r>
              <a:endParaRPr sz="1800">
                <a:solidFill>
                  <a:schemeClr val="dk1"/>
                </a:solidFill>
                <a:latin typeface="Microsoft Yahei"/>
                <a:ea typeface="Microsoft Yahei"/>
                <a:cs typeface="Microsoft Yahei"/>
                <a:sym typeface="Microsoft Yahei"/>
              </a:endParaRPr>
            </a:p>
            <a:p>
              <a:pPr indent="0" lvl="0" marL="0" marR="0" rtl="0" algn="just">
                <a:spcBef>
                  <a:spcPts val="0"/>
                </a:spcBef>
                <a:spcAft>
                  <a:spcPts val="0"/>
                </a:spcAft>
                <a:buNone/>
              </a:pPr>
              <a:r>
                <a:rPr lang="en-US" sz="1800">
                  <a:solidFill>
                    <a:schemeClr val="dk1"/>
                  </a:solidFill>
                  <a:latin typeface="Microsoft Yahei"/>
                  <a:ea typeface="Microsoft Yahei"/>
                  <a:cs typeface="Microsoft Yahei"/>
                  <a:sym typeface="Microsoft Yahei"/>
                </a:rPr>
                <a:t>Besides, the cos(0) = 1 and sin(0) = 0 terms could be counted into the </a:t>
              </a:r>
              <a:r>
                <a:rPr b="1" lang="en-US" sz="1800">
                  <a:solidFill>
                    <a:schemeClr val="dk1"/>
                  </a:solidFill>
                  <a:latin typeface="Microsoft Yahei"/>
                  <a:ea typeface="Microsoft Yahei"/>
                  <a:cs typeface="Microsoft Yahei"/>
                  <a:sym typeface="Microsoft Yahei"/>
                </a:rPr>
                <a:t>intercept term</a:t>
              </a:r>
              <a:r>
                <a:rPr lang="en-US" sz="1800">
                  <a:solidFill>
                    <a:schemeClr val="dk1"/>
                  </a:solidFill>
                  <a:latin typeface="Microsoft Yahei"/>
                  <a:ea typeface="Microsoft Yahei"/>
                  <a:cs typeface="Microsoft Yahei"/>
                  <a:sym typeface="Microsoft Yahei"/>
                </a:rPr>
                <a:t> when i = 0, as cos(0) = 1 and sin(0) = 0.</a:t>
              </a:r>
              <a:endParaRPr sz="1800">
                <a:solidFill>
                  <a:schemeClr val="dk1"/>
                </a:solidFill>
                <a:latin typeface="Microsoft Yahei"/>
                <a:ea typeface="Microsoft Yahei"/>
                <a:cs typeface="Microsoft Yahei"/>
                <a:sym typeface="Microsoft Yahei"/>
              </a:endParaRPr>
            </a:p>
            <a:p>
              <a:pPr indent="0" lvl="0" marL="0" marR="0" rtl="0" algn="just">
                <a:spcBef>
                  <a:spcPts val="0"/>
                </a:spcBef>
                <a:spcAft>
                  <a:spcPts val="0"/>
                </a:spcAft>
                <a:buNone/>
              </a:pPr>
              <a:r>
                <a:rPr lang="en-US" sz="1800">
                  <a:solidFill>
                    <a:schemeClr val="dk1"/>
                  </a:solidFill>
                  <a:latin typeface="Microsoft Yahei"/>
                  <a:ea typeface="Microsoft Yahei"/>
                  <a:cs typeface="Microsoft Yahei"/>
                  <a:sym typeface="Microsoft Yahei"/>
                </a:rPr>
                <a:t>Hence, the cos(ω0 ∗ t) and the sin(ω0 ∗ t) terms were replaced by an intercept c1, and the  trigonometric regression model </a:t>
              </a:r>
              <a:r>
                <a:rPr b="1" lang="en-US" sz="1800">
                  <a:solidFill>
                    <a:schemeClr val="dk1"/>
                  </a:solidFill>
                  <a:latin typeface="Microsoft Yahei"/>
                  <a:ea typeface="Microsoft Yahei"/>
                  <a:cs typeface="Microsoft Yahei"/>
                  <a:sym typeface="Microsoft Yahei"/>
                </a:rPr>
                <a:t>with</a:t>
              </a:r>
              <a:r>
                <a:rPr lang="en-US" sz="1800">
                  <a:solidFill>
                    <a:schemeClr val="dk1"/>
                  </a:solidFill>
                  <a:latin typeface="Microsoft Yahei"/>
                  <a:ea typeface="Microsoft Yahei"/>
                  <a:cs typeface="Microsoft Yahei"/>
                  <a:sym typeface="Microsoft Yahei"/>
                </a:rPr>
                <a:t> </a:t>
              </a:r>
              <a:r>
                <a:rPr b="1" lang="en-US" sz="1800">
                  <a:solidFill>
                    <a:schemeClr val="dk1"/>
                  </a:solidFill>
                  <a:latin typeface="Microsoft Yahei"/>
                  <a:ea typeface="Microsoft Yahei"/>
                  <a:cs typeface="Microsoft Yahei"/>
                  <a:sym typeface="Microsoft Yahei"/>
                </a:rPr>
                <a:t>a weekly or even more shorter periodicities</a:t>
              </a:r>
              <a:r>
                <a:rPr lang="en-US" sz="1800">
                  <a:solidFill>
                    <a:schemeClr val="dk1"/>
                  </a:solidFill>
                  <a:latin typeface="Microsoft Yahei"/>
                  <a:ea typeface="Microsoft Yahei"/>
                  <a:cs typeface="Microsoft Yahei"/>
                  <a:sym typeface="Microsoft Yahei"/>
                </a:rPr>
                <a:t> can be simplified as</a:t>
              </a:r>
              <a:endParaRPr/>
            </a:p>
            <a:p>
              <a:pPr indent="0" lvl="0" marL="0" marR="0" rtl="0" algn="just">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pic>
          <p:nvPicPr>
            <p:cNvPr id="191" name="Google Shape;191;p6"/>
            <p:cNvPicPr preferRelativeResize="0"/>
            <p:nvPr/>
          </p:nvPicPr>
          <p:blipFill rotWithShape="1">
            <a:blip r:embed="rId3">
              <a:alphaModFix/>
            </a:blip>
            <a:srcRect b="81385" l="19513" r="31072" t="11082"/>
            <a:stretch/>
          </p:blipFill>
          <p:spPr>
            <a:xfrm>
              <a:off x="5438" y="3179"/>
              <a:ext cx="6952" cy="849"/>
            </a:xfrm>
            <a:prstGeom prst="rect">
              <a:avLst/>
            </a:prstGeom>
            <a:noFill/>
            <a:ln cap="flat" cmpd="sng" w="9525">
              <a:solidFill>
                <a:schemeClr val="lt1"/>
              </a:solidFill>
              <a:prstDash val="solid"/>
              <a:round/>
              <a:headEnd len="sm" w="sm" type="none"/>
              <a:tailEnd len="sm" w="sm" type="none"/>
            </a:ln>
          </p:spPr>
        </p:pic>
        <p:pic>
          <p:nvPicPr>
            <p:cNvPr id="192" name="Google Shape;192;p6"/>
            <p:cNvPicPr preferRelativeResize="0"/>
            <p:nvPr/>
          </p:nvPicPr>
          <p:blipFill rotWithShape="1">
            <a:blip r:embed="rId3">
              <a:alphaModFix/>
            </a:blip>
            <a:srcRect b="16252" l="11254" r="18927" t="71885"/>
            <a:stretch/>
          </p:blipFill>
          <p:spPr>
            <a:xfrm>
              <a:off x="5711" y="7479"/>
              <a:ext cx="7923" cy="1345"/>
            </a:xfrm>
            <a:prstGeom prst="rect">
              <a:avLst/>
            </a:prstGeom>
            <a:noFill/>
            <a:ln>
              <a:noFill/>
            </a:ln>
          </p:spPr>
        </p:pic>
      </p:grpSp>
      <p:sp>
        <p:nvSpPr>
          <p:cNvPr id="193" name="Google Shape;193;p6"/>
          <p:cNvSpPr txBox="1"/>
          <p:nvPr/>
        </p:nvSpPr>
        <p:spPr>
          <a:xfrm>
            <a:off x="4902200" y="815340"/>
            <a:ext cx="5048885" cy="6076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7F7F7F"/>
                </a:solidFill>
                <a:latin typeface="Microsoft Yahei"/>
                <a:ea typeface="Microsoft Yahei"/>
                <a:cs typeface="Microsoft Yahei"/>
                <a:sym typeface="Microsoft Yahei"/>
              </a:rPr>
              <a:t>（Model Initialization)</a:t>
            </a:r>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cxnSp>
        <p:nvCxnSpPr>
          <p:cNvPr id="200" name="Google Shape;200;p7"/>
          <p:cNvCxnSpPr/>
          <p:nvPr/>
        </p:nvCxnSpPr>
        <p:spPr>
          <a:xfrm>
            <a:off x="323088" y="783575"/>
            <a:ext cx="11468100" cy="0"/>
          </a:xfrm>
          <a:prstGeom prst="straightConnector1">
            <a:avLst/>
          </a:prstGeom>
          <a:noFill/>
          <a:ln cap="flat" cmpd="sng" w="28575">
            <a:solidFill>
              <a:schemeClr val="accent3"/>
            </a:solidFill>
            <a:prstDash val="solid"/>
            <a:round/>
            <a:headEnd len="sm" w="sm" type="none"/>
            <a:tailEnd len="sm" w="sm" type="none"/>
          </a:ln>
          <a:effectLst>
            <a:outerShdw blurRad="50800" rotWithShape="0" algn="bl" dir="18900000" dist="38100">
              <a:srgbClr val="000000">
                <a:alpha val="40000"/>
              </a:srgbClr>
            </a:outerShdw>
          </a:effectLst>
        </p:spPr>
      </p:cxnSp>
      <p:sp>
        <p:nvSpPr>
          <p:cNvPr id="201" name="Google Shape;201;p7"/>
          <p:cNvSpPr/>
          <p:nvPr/>
        </p:nvSpPr>
        <p:spPr>
          <a:xfrm>
            <a:off x="474980" y="134620"/>
            <a:ext cx="579755" cy="539750"/>
          </a:xfrm>
          <a:prstGeom prst="ellipse">
            <a:avLst/>
          </a:prstGeom>
          <a:solidFill>
            <a:srgbClr val="005D9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Black"/>
              <a:ea typeface="Arial Black"/>
              <a:cs typeface="Arial Black"/>
              <a:sym typeface="Arial Black"/>
            </a:endParaRPr>
          </a:p>
        </p:txBody>
      </p:sp>
      <p:sp>
        <p:nvSpPr>
          <p:cNvPr id="202" name="Google Shape;202;p7"/>
          <p:cNvSpPr txBox="1"/>
          <p:nvPr/>
        </p:nvSpPr>
        <p:spPr>
          <a:xfrm>
            <a:off x="475615" y="217170"/>
            <a:ext cx="578485" cy="4559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Stardos Stencil"/>
                <a:ea typeface="Stardos Stencil"/>
                <a:cs typeface="Stardos Stencil"/>
                <a:sym typeface="Stardos Stencil"/>
              </a:rPr>
              <a:t>02</a:t>
            </a:r>
            <a:endParaRPr/>
          </a:p>
        </p:txBody>
      </p:sp>
      <p:sp>
        <p:nvSpPr>
          <p:cNvPr id="203" name="Google Shape;203;p7"/>
          <p:cNvSpPr txBox="1"/>
          <p:nvPr/>
        </p:nvSpPr>
        <p:spPr>
          <a:xfrm>
            <a:off x="1267460" y="138430"/>
            <a:ext cx="11492230" cy="6140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5D98"/>
                </a:solidFill>
                <a:latin typeface="Microsoft Yahei"/>
                <a:ea typeface="Microsoft Yahei"/>
                <a:cs typeface="Microsoft Yahei"/>
                <a:sym typeface="Microsoft Yahei"/>
              </a:rPr>
              <a:t>Modelling </a:t>
            </a:r>
            <a:r>
              <a:rPr b="1" lang="en-US" sz="3400">
                <a:solidFill>
                  <a:schemeClr val="dk1"/>
                </a:solidFill>
                <a:latin typeface="Microsoft Yahei"/>
                <a:ea typeface="Microsoft Yahei"/>
                <a:cs typeface="Microsoft Yahei"/>
                <a:sym typeface="Microsoft Yahei"/>
              </a:rPr>
              <a:t>- Trigonometric Regression Model </a:t>
            </a:r>
            <a:endParaRPr/>
          </a:p>
        </p:txBody>
      </p:sp>
      <p:sp>
        <p:nvSpPr>
          <p:cNvPr id="204" name="Google Shape;204;p7"/>
          <p:cNvSpPr/>
          <p:nvPr/>
        </p:nvSpPr>
        <p:spPr>
          <a:xfrm flipH="1">
            <a:off x="1267460" y="1631315"/>
            <a:ext cx="9928225" cy="4911090"/>
          </a:xfrm>
          <a:prstGeom prst="rect">
            <a:avLst/>
          </a:prstGeom>
          <a:solidFill>
            <a:schemeClr val="lt1"/>
          </a:solidFill>
          <a:ln>
            <a:noFill/>
          </a:ln>
          <a:effectLst>
            <a:outerShdw blurRad="3556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Albion St ) and BspArn(Arnside</a:t>
            </a:r>
            <a:endParaRPr/>
          </a:p>
        </p:txBody>
      </p:sp>
      <p:sp>
        <p:nvSpPr>
          <p:cNvPr id="205" name="Google Shape;205;p7"/>
          <p:cNvSpPr txBox="1"/>
          <p:nvPr/>
        </p:nvSpPr>
        <p:spPr>
          <a:xfrm>
            <a:off x="4902200" y="815340"/>
            <a:ext cx="5048885" cy="6076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7F7F7F"/>
                </a:solidFill>
                <a:latin typeface="Microsoft Yahei"/>
                <a:ea typeface="Microsoft Yahei"/>
                <a:cs typeface="Microsoft Yahei"/>
                <a:sym typeface="Microsoft Yahei"/>
              </a:rPr>
              <a:t>（Model Optimization)</a:t>
            </a:r>
            <a:endParaRPr/>
          </a:p>
        </p:txBody>
      </p:sp>
      <p:pic>
        <p:nvPicPr>
          <p:cNvPr id="206" name="Google Shape;206;p7"/>
          <p:cNvPicPr preferRelativeResize="0"/>
          <p:nvPr/>
        </p:nvPicPr>
        <p:blipFill rotWithShape="1">
          <a:blip r:embed="rId3">
            <a:alphaModFix/>
          </a:blip>
          <a:srcRect b="56284" l="2492" r="9451" t="5390"/>
          <a:stretch/>
        </p:blipFill>
        <p:spPr>
          <a:xfrm>
            <a:off x="1551305" y="2425700"/>
            <a:ext cx="4393565" cy="2842895"/>
          </a:xfrm>
          <a:prstGeom prst="rect">
            <a:avLst/>
          </a:prstGeom>
          <a:noFill/>
          <a:ln>
            <a:noFill/>
          </a:ln>
        </p:spPr>
      </p:pic>
      <p:pic>
        <p:nvPicPr>
          <p:cNvPr id="207" name="Google Shape;207;p7"/>
          <p:cNvPicPr preferRelativeResize="0"/>
          <p:nvPr/>
        </p:nvPicPr>
        <p:blipFill rotWithShape="1">
          <a:blip r:embed="rId3">
            <a:alphaModFix/>
          </a:blip>
          <a:srcRect b="-21" l="3536" r="4464" t="90968"/>
          <a:stretch/>
        </p:blipFill>
        <p:spPr>
          <a:xfrm>
            <a:off x="1551305" y="5300980"/>
            <a:ext cx="4841875" cy="779780"/>
          </a:xfrm>
          <a:prstGeom prst="rect">
            <a:avLst/>
          </a:prstGeom>
          <a:noFill/>
          <a:ln>
            <a:noFill/>
          </a:ln>
        </p:spPr>
      </p:pic>
      <p:grpSp>
        <p:nvGrpSpPr>
          <p:cNvPr id="208" name="Google Shape;208;p7"/>
          <p:cNvGrpSpPr/>
          <p:nvPr/>
        </p:nvGrpSpPr>
        <p:grpSpPr>
          <a:xfrm>
            <a:off x="6014720" y="1987550"/>
            <a:ext cx="5365115" cy="4093210"/>
            <a:chOff x="9599" y="2882"/>
            <a:chExt cx="8449" cy="6446"/>
          </a:xfrm>
        </p:grpSpPr>
        <p:pic>
          <p:nvPicPr>
            <p:cNvPr id="209" name="Google Shape;209;p7"/>
            <p:cNvPicPr preferRelativeResize="0"/>
            <p:nvPr/>
          </p:nvPicPr>
          <p:blipFill rotWithShape="1">
            <a:blip r:embed="rId4">
              <a:alphaModFix/>
            </a:blip>
            <a:srcRect b="5828" l="5489" r="4268" t="6129"/>
            <a:stretch/>
          </p:blipFill>
          <p:spPr>
            <a:xfrm>
              <a:off x="9599" y="2882"/>
              <a:ext cx="7851" cy="6446"/>
            </a:xfrm>
            <a:prstGeom prst="rect">
              <a:avLst/>
            </a:prstGeom>
            <a:noFill/>
            <a:ln>
              <a:noFill/>
            </a:ln>
          </p:spPr>
        </p:pic>
        <p:sp>
          <p:nvSpPr>
            <p:cNvPr id="210" name="Google Shape;210;p7"/>
            <p:cNvSpPr txBox="1"/>
            <p:nvPr/>
          </p:nvSpPr>
          <p:spPr>
            <a:xfrm>
              <a:off x="13519" y="7236"/>
              <a:ext cx="4529" cy="4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Microsoft Yahei"/>
                  <a:ea typeface="Microsoft Yahei"/>
                  <a:cs typeface="Microsoft Yahei"/>
                  <a:sym typeface="Microsoft Yahei"/>
                </a:rPr>
                <a:t>0.0000531 = 1/48 ∗ 7 ∗ 56</a:t>
              </a:r>
              <a:endParaRPr/>
            </a:p>
          </p:txBody>
        </p:sp>
        <p:cxnSp>
          <p:nvCxnSpPr>
            <p:cNvPr id="211" name="Google Shape;211;p7"/>
            <p:cNvCxnSpPr/>
            <p:nvPr/>
          </p:nvCxnSpPr>
          <p:spPr>
            <a:xfrm>
              <a:off x="12573" y="7236"/>
              <a:ext cx="946" cy="236"/>
            </a:xfrm>
            <a:prstGeom prst="straightConnector1">
              <a:avLst/>
            </a:prstGeom>
            <a:solidFill>
              <a:schemeClr val="accent1"/>
            </a:solidFill>
            <a:ln cap="flat" cmpd="sng" w="28575">
              <a:solidFill>
                <a:srgbClr val="FF0000"/>
              </a:solidFill>
              <a:prstDash val="solid"/>
              <a:round/>
              <a:headEnd len="sm" w="sm" type="none"/>
              <a:tailEnd len="med" w="med" type="stealth"/>
            </a:ln>
          </p:spPr>
        </p:cxnSp>
      </p:gr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cxnSp>
        <p:nvCxnSpPr>
          <p:cNvPr id="218" name="Google Shape;218;p8"/>
          <p:cNvCxnSpPr/>
          <p:nvPr/>
        </p:nvCxnSpPr>
        <p:spPr>
          <a:xfrm>
            <a:off x="323088" y="783575"/>
            <a:ext cx="11468100" cy="0"/>
          </a:xfrm>
          <a:prstGeom prst="straightConnector1">
            <a:avLst/>
          </a:prstGeom>
          <a:noFill/>
          <a:ln cap="flat" cmpd="sng" w="28575">
            <a:solidFill>
              <a:schemeClr val="accent3"/>
            </a:solidFill>
            <a:prstDash val="solid"/>
            <a:round/>
            <a:headEnd len="sm" w="sm" type="none"/>
            <a:tailEnd len="sm" w="sm" type="none"/>
          </a:ln>
          <a:effectLst>
            <a:outerShdw blurRad="50800" rotWithShape="0" algn="bl" dir="18900000" dist="38100">
              <a:srgbClr val="000000">
                <a:alpha val="40000"/>
              </a:srgbClr>
            </a:outerShdw>
          </a:effectLst>
        </p:spPr>
      </p:cxnSp>
      <p:sp>
        <p:nvSpPr>
          <p:cNvPr id="219" name="Google Shape;219;p8"/>
          <p:cNvSpPr/>
          <p:nvPr/>
        </p:nvSpPr>
        <p:spPr>
          <a:xfrm>
            <a:off x="474980" y="134620"/>
            <a:ext cx="579755" cy="539750"/>
          </a:xfrm>
          <a:prstGeom prst="ellipse">
            <a:avLst/>
          </a:prstGeom>
          <a:solidFill>
            <a:srgbClr val="005D9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Black"/>
              <a:ea typeface="Arial Black"/>
              <a:cs typeface="Arial Black"/>
              <a:sym typeface="Arial Black"/>
            </a:endParaRPr>
          </a:p>
        </p:txBody>
      </p:sp>
      <p:sp>
        <p:nvSpPr>
          <p:cNvPr id="220" name="Google Shape;220;p8"/>
          <p:cNvSpPr txBox="1"/>
          <p:nvPr/>
        </p:nvSpPr>
        <p:spPr>
          <a:xfrm>
            <a:off x="475615" y="217170"/>
            <a:ext cx="578485" cy="4559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Stardos Stencil"/>
                <a:ea typeface="Stardos Stencil"/>
                <a:cs typeface="Stardos Stencil"/>
                <a:sym typeface="Stardos Stencil"/>
              </a:rPr>
              <a:t>02</a:t>
            </a:r>
            <a:endParaRPr/>
          </a:p>
        </p:txBody>
      </p:sp>
      <p:sp>
        <p:nvSpPr>
          <p:cNvPr id="221" name="Google Shape;221;p8"/>
          <p:cNvSpPr txBox="1"/>
          <p:nvPr/>
        </p:nvSpPr>
        <p:spPr>
          <a:xfrm>
            <a:off x="1267460" y="138430"/>
            <a:ext cx="11492230" cy="6140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5D98"/>
                </a:solidFill>
                <a:latin typeface="Microsoft Yahei"/>
                <a:ea typeface="Microsoft Yahei"/>
                <a:cs typeface="Microsoft Yahei"/>
                <a:sym typeface="Microsoft Yahei"/>
              </a:rPr>
              <a:t>Modelling </a:t>
            </a:r>
            <a:r>
              <a:rPr b="1" lang="en-US" sz="3400">
                <a:solidFill>
                  <a:schemeClr val="dk1"/>
                </a:solidFill>
                <a:latin typeface="Microsoft Yahei"/>
                <a:ea typeface="Microsoft Yahei"/>
                <a:cs typeface="Microsoft Yahei"/>
                <a:sym typeface="Microsoft Yahei"/>
              </a:rPr>
              <a:t>- Trigonometric Regression Model </a:t>
            </a:r>
            <a:endParaRPr/>
          </a:p>
        </p:txBody>
      </p:sp>
      <p:sp>
        <p:nvSpPr>
          <p:cNvPr id="222" name="Google Shape;222;p8"/>
          <p:cNvSpPr txBox="1"/>
          <p:nvPr/>
        </p:nvSpPr>
        <p:spPr>
          <a:xfrm>
            <a:off x="5203825" y="752475"/>
            <a:ext cx="5048885" cy="5219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7F7F7F"/>
                </a:solidFill>
                <a:latin typeface="Microsoft Yahei"/>
                <a:ea typeface="Microsoft Yahei"/>
                <a:cs typeface="Microsoft Yahei"/>
                <a:sym typeface="Microsoft Yahei"/>
              </a:rPr>
              <a:t>（Model Fitting）</a:t>
            </a:r>
            <a:endParaRPr b="1" sz="3400">
              <a:solidFill>
                <a:srgbClr val="7F7F7F"/>
              </a:solidFill>
              <a:latin typeface="Microsoft Yahei"/>
              <a:ea typeface="Microsoft Yahei"/>
              <a:cs typeface="Microsoft Yahei"/>
              <a:sym typeface="Microsoft Yahei"/>
            </a:endParaRPr>
          </a:p>
        </p:txBody>
      </p:sp>
      <p:grpSp>
        <p:nvGrpSpPr>
          <p:cNvPr id="223" name="Google Shape;223;p8"/>
          <p:cNvGrpSpPr/>
          <p:nvPr/>
        </p:nvGrpSpPr>
        <p:grpSpPr>
          <a:xfrm>
            <a:off x="730250" y="1480185"/>
            <a:ext cx="11175365" cy="5007610"/>
            <a:chOff x="1561" y="2002"/>
            <a:chExt cx="16399" cy="7886"/>
          </a:xfrm>
        </p:grpSpPr>
        <p:sp>
          <p:nvSpPr>
            <p:cNvPr id="224" name="Google Shape;224;p8"/>
            <p:cNvSpPr/>
            <p:nvPr/>
          </p:nvSpPr>
          <p:spPr>
            <a:xfrm flipH="1">
              <a:off x="1561" y="2002"/>
              <a:ext cx="15635" cy="7886"/>
            </a:xfrm>
            <a:prstGeom prst="rect">
              <a:avLst/>
            </a:prstGeom>
            <a:solidFill>
              <a:schemeClr val="lt1"/>
            </a:solidFill>
            <a:ln>
              <a:noFill/>
            </a:ln>
            <a:effectLst>
              <a:outerShdw blurRad="3556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Albion St ) and BspArn(Arnside</a:t>
              </a:r>
              <a:endParaRPr/>
            </a:p>
          </p:txBody>
        </p:sp>
        <p:pic>
          <p:nvPicPr>
            <p:cNvPr id="225" name="Google Shape;225;p8"/>
            <p:cNvPicPr preferRelativeResize="0"/>
            <p:nvPr/>
          </p:nvPicPr>
          <p:blipFill rotWithShape="1">
            <a:blip r:embed="rId3">
              <a:alphaModFix/>
            </a:blip>
            <a:srcRect b="821" l="9638" r="23439" t="57304"/>
            <a:stretch/>
          </p:blipFill>
          <p:spPr>
            <a:xfrm>
              <a:off x="3786" y="2187"/>
              <a:ext cx="10068" cy="1395"/>
            </a:xfrm>
            <a:prstGeom prst="rect">
              <a:avLst/>
            </a:prstGeom>
            <a:noFill/>
            <a:ln>
              <a:noFill/>
            </a:ln>
          </p:spPr>
        </p:pic>
        <p:sp>
          <p:nvSpPr>
            <p:cNvPr id="226" name="Google Shape;226;p8"/>
            <p:cNvSpPr txBox="1"/>
            <p:nvPr/>
          </p:nvSpPr>
          <p:spPr>
            <a:xfrm>
              <a:off x="2561" y="8442"/>
              <a:ext cx="15399" cy="6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Microsoft Yahei"/>
                <a:ea typeface="Microsoft Yahei"/>
                <a:cs typeface="Microsoft Yahei"/>
                <a:sym typeface="Microsoft Yahei"/>
              </a:endParaRPr>
            </a:p>
          </p:txBody>
        </p:sp>
      </p:grpSp>
      <p:grpSp>
        <p:nvGrpSpPr>
          <p:cNvPr id="227" name="Google Shape;227;p8"/>
          <p:cNvGrpSpPr/>
          <p:nvPr/>
        </p:nvGrpSpPr>
        <p:grpSpPr>
          <a:xfrm>
            <a:off x="935355" y="2581116"/>
            <a:ext cx="5202555" cy="3736975"/>
            <a:chOff x="1150" y="4449"/>
            <a:chExt cx="8429" cy="5987"/>
          </a:xfrm>
        </p:grpSpPr>
        <p:pic>
          <p:nvPicPr>
            <p:cNvPr id="228" name="Google Shape;228;p8"/>
            <p:cNvPicPr preferRelativeResize="0"/>
            <p:nvPr/>
          </p:nvPicPr>
          <p:blipFill rotWithShape="1">
            <a:blip r:embed="rId4">
              <a:alphaModFix/>
            </a:blip>
            <a:srcRect b="93279" l="5787" r="5997" t="0"/>
            <a:stretch/>
          </p:blipFill>
          <p:spPr>
            <a:xfrm>
              <a:off x="1150" y="4449"/>
              <a:ext cx="8429" cy="1025"/>
            </a:xfrm>
            <a:prstGeom prst="rect">
              <a:avLst/>
            </a:prstGeom>
            <a:noFill/>
            <a:ln>
              <a:noFill/>
            </a:ln>
          </p:spPr>
        </p:pic>
        <p:pic>
          <p:nvPicPr>
            <p:cNvPr id="229" name="Google Shape;229;p8"/>
            <p:cNvPicPr preferRelativeResize="0"/>
            <p:nvPr/>
          </p:nvPicPr>
          <p:blipFill rotWithShape="1">
            <a:blip r:embed="rId4">
              <a:alphaModFix/>
            </a:blip>
            <a:srcRect b="64491" l="5787" r="5997" t="3434"/>
            <a:stretch/>
          </p:blipFill>
          <p:spPr>
            <a:xfrm>
              <a:off x="1150" y="4965"/>
              <a:ext cx="8428" cy="5471"/>
            </a:xfrm>
            <a:prstGeom prst="rect">
              <a:avLst/>
            </a:prstGeom>
            <a:noFill/>
            <a:ln>
              <a:noFill/>
            </a:ln>
          </p:spPr>
        </p:pic>
      </p:grpSp>
      <p:grpSp>
        <p:nvGrpSpPr>
          <p:cNvPr id="230" name="Google Shape;230;p8"/>
          <p:cNvGrpSpPr/>
          <p:nvPr/>
        </p:nvGrpSpPr>
        <p:grpSpPr>
          <a:xfrm>
            <a:off x="6000115" y="2581116"/>
            <a:ext cx="5202555" cy="3780668"/>
            <a:chOff x="1150" y="4405"/>
            <a:chExt cx="8429" cy="6057"/>
          </a:xfrm>
        </p:grpSpPr>
        <p:pic>
          <p:nvPicPr>
            <p:cNvPr id="231" name="Google Shape;231;p8"/>
            <p:cNvPicPr preferRelativeResize="0"/>
            <p:nvPr/>
          </p:nvPicPr>
          <p:blipFill rotWithShape="1">
            <a:blip r:embed="rId4">
              <a:alphaModFix/>
            </a:blip>
            <a:srcRect b="93279" l="5787" r="5997" t="0"/>
            <a:stretch/>
          </p:blipFill>
          <p:spPr>
            <a:xfrm>
              <a:off x="1150" y="4405"/>
              <a:ext cx="8429" cy="1025"/>
            </a:xfrm>
            <a:prstGeom prst="rect">
              <a:avLst/>
            </a:prstGeom>
            <a:noFill/>
            <a:ln>
              <a:noFill/>
            </a:ln>
          </p:spPr>
        </p:pic>
        <p:pic>
          <p:nvPicPr>
            <p:cNvPr id="232" name="Google Shape;232;p8"/>
            <p:cNvPicPr preferRelativeResize="0"/>
            <p:nvPr/>
          </p:nvPicPr>
          <p:blipFill rotWithShape="1">
            <a:blip r:embed="rId4">
              <a:alphaModFix/>
            </a:blip>
            <a:srcRect b="726" l="5787" r="5997" t="66967"/>
            <a:stretch/>
          </p:blipFill>
          <p:spPr>
            <a:xfrm>
              <a:off x="1150" y="4951"/>
              <a:ext cx="8428" cy="5511"/>
            </a:xfrm>
            <a:prstGeom prst="rect">
              <a:avLst/>
            </a:prstGeom>
            <a:noFill/>
            <a:ln>
              <a:noFill/>
            </a:ln>
          </p:spPr>
        </p:pic>
      </p:gr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cxnSp>
        <p:nvCxnSpPr>
          <p:cNvPr id="239" name="Google Shape;239;p9"/>
          <p:cNvCxnSpPr/>
          <p:nvPr/>
        </p:nvCxnSpPr>
        <p:spPr>
          <a:xfrm>
            <a:off x="323088" y="783575"/>
            <a:ext cx="11468100" cy="0"/>
          </a:xfrm>
          <a:prstGeom prst="straightConnector1">
            <a:avLst/>
          </a:prstGeom>
          <a:noFill/>
          <a:ln cap="flat" cmpd="sng" w="28575">
            <a:solidFill>
              <a:schemeClr val="accent3"/>
            </a:solidFill>
            <a:prstDash val="solid"/>
            <a:round/>
            <a:headEnd len="sm" w="sm" type="none"/>
            <a:tailEnd len="sm" w="sm" type="none"/>
          </a:ln>
          <a:effectLst>
            <a:outerShdw blurRad="50800" rotWithShape="0" algn="bl" dir="18900000" dist="38100">
              <a:srgbClr val="000000">
                <a:alpha val="40000"/>
              </a:srgbClr>
            </a:outerShdw>
          </a:effectLst>
        </p:spPr>
      </p:cxnSp>
      <p:sp>
        <p:nvSpPr>
          <p:cNvPr id="240" name="Google Shape;240;p9"/>
          <p:cNvSpPr/>
          <p:nvPr/>
        </p:nvSpPr>
        <p:spPr>
          <a:xfrm>
            <a:off x="474980" y="134620"/>
            <a:ext cx="579755" cy="539750"/>
          </a:xfrm>
          <a:prstGeom prst="ellipse">
            <a:avLst/>
          </a:prstGeom>
          <a:solidFill>
            <a:srgbClr val="005D9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Black"/>
              <a:ea typeface="Arial Black"/>
              <a:cs typeface="Arial Black"/>
              <a:sym typeface="Arial Black"/>
            </a:endParaRPr>
          </a:p>
        </p:txBody>
      </p:sp>
      <p:sp>
        <p:nvSpPr>
          <p:cNvPr id="241" name="Google Shape;241;p9"/>
          <p:cNvSpPr txBox="1"/>
          <p:nvPr/>
        </p:nvSpPr>
        <p:spPr>
          <a:xfrm>
            <a:off x="475615" y="217170"/>
            <a:ext cx="578485" cy="4559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Stardos Stencil"/>
                <a:ea typeface="Stardos Stencil"/>
                <a:cs typeface="Stardos Stencil"/>
                <a:sym typeface="Stardos Stencil"/>
              </a:rPr>
              <a:t>03</a:t>
            </a:r>
            <a:endParaRPr/>
          </a:p>
        </p:txBody>
      </p:sp>
      <p:sp>
        <p:nvSpPr>
          <p:cNvPr id="242" name="Google Shape;242;p9"/>
          <p:cNvSpPr txBox="1"/>
          <p:nvPr/>
        </p:nvSpPr>
        <p:spPr>
          <a:xfrm>
            <a:off x="1267460" y="138430"/>
            <a:ext cx="11492230" cy="6140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5D98"/>
                </a:solidFill>
                <a:latin typeface="Microsoft Yahei"/>
                <a:ea typeface="Microsoft Yahei"/>
                <a:cs typeface="Microsoft Yahei"/>
                <a:sym typeface="Microsoft Yahei"/>
              </a:rPr>
              <a:t>Modelling </a:t>
            </a:r>
            <a:r>
              <a:rPr b="1" lang="en-US" sz="3400">
                <a:solidFill>
                  <a:schemeClr val="dk1"/>
                </a:solidFill>
                <a:latin typeface="Microsoft Yahei"/>
                <a:ea typeface="Microsoft Yahei"/>
                <a:cs typeface="Microsoft Yahei"/>
                <a:sym typeface="Microsoft Yahei"/>
              </a:rPr>
              <a:t>- SARMA Modelling For the Residuals</a:t>
            </a:r>
            <a:endParaRPr/>
          </a:p>
        </p:txBody>
      </p:sp>
      <p:sp>
        <p:nvSpPr>
          <p:cNvPr id="243" name="Google Shape;243;p9"/>
          <p:cNvSpPr txBox="1"/>
          <p:nvPr/>
        </p:nvSpPr>
        <p:spPr>
          <a:xfrm>
            <a:off x="4710430" y="766445"/>
            <a:ext cx="5048885" cy="5219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7F7F7F"/>
                </a:solidFill>
                <a:latin typeface="Microsoft Yahei"/>
                <a:ea typeface="Microsoft Yahei"/>
                <a:cs typeface="Microsoft Yahei"/>
                <a:sym typeface="Microsoft Yahei"/>
              </a:rPr>
              <a:t>（ACF and PACF plots）</a:t>
            </a:r>
            <a:endParaRPr b="1" sz="3400">
              <a:solidFill>
                <a:srgbClr val="7F7F7F"/>
              </a:solidFill>
              <a:latin typeface="Microsoft Yahei"/>
              <a:ea typeface="Microsoft Yahei"/>
              <a:cs typeface="Microsoft Yahei"/>
              <a:sym typeface="Microsoft Yahei"/>
            </a:endParaRPr>
          </a:p>
        </p:txBody>
      </p:sp>
      <p:grpSp>
        <p:nvGrpSpPr>
          <p:cNvPr id="244" name="Google Shape;244;p9"/>
          <p:cNvGrpSpPr/>
          <p:nvPr/>
        </p:nvGrpSpPr>
        <p:grpSpPr>
          <a:xfrm>
            <a:off x="842645" y="1499235"/>
            <a:ext cx="11266170" cy="5007610"/>
            <a:chOff x="1982" y="2002"/>
            <a:chExt cx="15978" cy="7886"/>
          </a:xfrm>
        </p:grpSpPr>
        <p:sp>
          <p:nvSpPr>
            <p:cNvPr id="245" name="Google Shape;245;p9"/>
            <p:cNvSpPr/>
            <p:nvPr/>
          </p:nvSpPr>
          <p:spPr>
            <a:xfrm flipH="1">
              <a:off x="1982" y="2002"/>
              <a:ext cx="14901" cy="7886"/>
            </a:xfrm>
            <a:prstGeom prst="rect">
              <a:avLst/>
            </a:prstGeom>
            <a:solidFill>
              <a:schemeClr val="lt1"/>
            </a:solidFill>
            <a:ln>
              <a:noFill/>
            </a:ln>
            <a:effectLst>
              <a:outerShdw blurRad="3556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Xˆ</a:t>
              </a:r>
              <a:endParaRPr/>
            </a:p>
            <a:p>
              <a:pPr indent="0" lvl="0" marL="0" marR="0" rtl="0" algn="ctr">
                <a:spcBef>
                  <a:spcPts val="0"/>
                </a:spcBef>
                <a:spcAft>
                  <a:spcPts val="0"/>
                </a:spcAft>
                <a:buNone/>
              </a:pPr>
              <a:r>
                <a:rPr lang="en-US" sz="1800">
                  <a:solidFill>
                    <a:schemeClr val="lt1"/>
                  </a:solidFill>
                  <a:latin typeface="Arial"/>
                  <a:ea typeface="Arial"/>
                  <a:cs typeface="Arial"/>
                  <a:sym typeface="Arial"/>
                </a:rPr>
                <a:t>t</a:t>
              </a:r>
              <a:endParaRPr/>
            </a:p>
            <a:p>
              <a:pPr indent="0" lvl="0" marL="0" marR="0" rtl="0" algn="ctr">
                <a:spcBef>
                  <a:spcPts val="0"/>
                </a:spcBef>
                <a:spcAft>
                  <a:spcPts val="0"/>
                </a:spcAft>
                <a:buNone/>
              </a:pPr>
              <a:r>
                <a:rPr lang="en-US" sz="1800">
                  <a:solidFill>
                    <a:schemeClr val="lt1"/>
                  </a:solidFill>
                  <a:latin typeface="Arial"/>
                  <a:ea typeface="Arial"/>
                  <a:cs typeface="Arial"/>
                  <a:sym typeface="Arial"/>
                </a:rPr>
                <a:t>is the trigonometric regression model</a:t>
              </a:r>
              <a:endParaRPr/>
            </a:p>
          </p:txBody>
        </p:sp>
        <p:sp>
          <p:nvSpPr>
            <p:cNvPr id="246" name="Google Shape;246;p9"/>
            <p:cNvSpPr txBox="1"/>
            <p:nvPr/>
          </p:nvSpPr>
          <p:spPr>
            <a:xfrm>
              <a:off x="2561" y="8442"/>
              <a:ext cx="15399" cy="6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Microsoft Yahei"/>
                <a:ea typeface="Microsoft Yahei"/>
                <a:cs typeface="Microsoft Yahei"/>
                <a:sym typeface="Microsoft Yahei"/>
              </a:endParaRPr>
            </a:p>
          </p:txBody>
        </p:sp>
      </p:grpSp>
      <p:grpSp>
        <p:nvGrpSpPr>
          <p:cNvPr id="247" name="Google Shape;247;p9"/>
          <p:cNvGrpSpPr/>
          <p:nvPr/>
        </p:nvGrpSpPr>
        <p:grpSpPr>
          <a:xfrm>
            <a:off x="5774690" y="1567815"/>
            <a:ext cx="5447030" cy="1945640"/>
            <a:chOff x="7418" y="2924"/>
            <a:chExt cx="9651" cy="3222"/>
          </a:xfrm>
        </p:grpSpPr>
        <p:pic>
          <p:nvPicPr>
            <p:cNvPr id="248" name="Google Shape;248;p9"/>
            <p:cNvPicPr preferRelativeResize="0"/>
            <p:nvPr/>
          </p:nvPicPr>
          <p:blipFill rotWithShape="1">
            <a:blip r:embed="rId3">
              <a:alphaModFix/>
            </a:blip>
            <a:srcRect b="1103" l="0" r="0" t="0"/>
            <a:stretch/>
          </p:blipFill>
          <p:spPr>
            <a:xfrm>
              <a:off x="7418" y="2924"/>
              <a:ext cx="9651" cy="3222"/>
            </a:xfrm>
            <a:prstGeom prst="rect">
              <a:avLst/>
            </a:prstGeom>
            <a:noFill/>
            <a:ln>
              <a:noFill/>
            </a:ln>
          </p:spPr>
        </p:pic>
        <p:sp>
          <p:nvSpPr>
            <p:cNvPr id="249" name="Google Shape;249;p9"/>
            <p:cNvSpPr/>
            <p:nvPr/>
          </p:nvSpPr>
          <p:spPr>
            <a:xfrm>
              <a:off x="15219" y="5451"/>
              <a:ext cx="1620" cy="523"/>
            </a:xfrm>
            <a:prstGeom prst="rect">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pic>
        <p:nvPicPr>
          <p:cNvPr id="250" name="Google Shape;250;p9"/>
          <p:cNvPicPr preferRelativeResize="0"/>
          <p:nvPr/>
        </p:nvPicPr>
        <p:blipFill rotWithShape="1">
          <a:blip r:embed="rId4">
            <a:alphaModFix/>
          </a:blip>
          <a:srcRect b="65471" l="20864" r="23557" t="13951"/>
          <a:stretch/>
        </p:blipFill>
        <p:spPr>
          <a:xfrm>
            <a:off x="6132195" y="5378450"/>
            <a:ext cx="2606040" cy="1041400"/>
          </a:xfrm>
          <a:prstGeom prst="rect">
            <a:avLst/>
          </a:prstGeom>
          <a:noFill/>
          <a:ln>
            <a:noFill/>
          </a:ln>
        </p:spPr>
      </p:pic>
      <p:pic>
        <p:nvPicPr>
          <p:cNvPr id="251" name="Google Shape;251;p9"/>
          <p:cNvPicPr preferRelativeResize="0"/>
          <p:nvPr/>
        </p:nvPicPr>
        <p:blipFill rotWithShape="1">
          <a:blip r:embed="rId5">
            <a:alphaModFix/>
          </a:blip>
          <a:srcRect b="0" l="0" r="0" t="0"/>
          <a:stretch/>
        </p:blipFill>
        <p:spPr>
          <a:xfrm>
            <a:off x="1221105" y="4728210"/>
            <a:ext cx="4663440" cy="1400810"/>
          </a:xfrm>
          <a:prstGeom prst="rect">
            <a:avLst/>
          </a:prstGeom>
          <a:noFill/>
          <a:ln>
            <a:noFill/>
          </a:ln>
        </p:spPr>
      </p:pic>
      <p:pic>
        <p:nvPicPr>
          <p:cNvPr id="252" name="Google Shape;252;p9"/>
          <p:cNvPicPr preferRelativeResize="0"/>
          <p:nvPr/>
        </p:nvPicPr>
        <p:blipFill rotWithShape="1">
          <a:blip r:embed="rId6">
            <a:alphaModFix/>
          </a:blip>
          <a:srcRect b="0" l="0" r="0" t="0"/>
          <a:stretch/>
        </p:blipFill>
        <p:spPr>
          <a:xfrm>
            <a:off x="1917065" y="4295775"/>
            <a:ext cx="3429635" cy="521970"/>
          </a:xfrm>
          <a:prstGeom prst="rect">
            <a:avLst/>
          </a:prstGeom>
          <a:noFill/>
          <a:ln>
            <a:noFill/>
          </a:ln>
        </p:spPr>
      </p:pic>
      <p:grpSp>
        <p:nvGrpSpPr>
          <p:cNvPr id="253" name="Google Shape;253;p9"/>
          <p:cNvGrpSpPr/>
          <p:nvPr/>
        </p:nvGrpSpPr>
        <p:grpSpPr>
          <a:xfrm>
            <a:off x="1053465" y="1765935"/>
            <a:ext cx="3863975" cy="1841500"/>
            <a:chOff x="3423" y="2794"/>
            <a:chExt cx="5864" cy="2661"/>
          </a:xfrm>
        </p:grpSpPr>
        <p:pic>
          <p:nvPicPr>
            <p:cNvPr id="254" name="Google Shape;254;p9"/>
            <p:cNvPicPr preferRelativeResize="0"/>
            <p:nvPr/>
          </p:nvPicPr>
          <p:blipFill rotWithShape="1">
            <a:blip r:embed="rId7">
              <a:alphaModFix/>
            </a:blip>
            <a:srcRect b="1614" l="4103" r="-4102" t="9650"/>
            <a:stretch/>
          </p:blipFill>
          <p:spPr>
            <a:xfrm>
              <a:off x="5023" y="2794"/>
              <a:ext cx="2664" cy="1201"/>
            </a:xfrm>
            <a:prstGeom prst="rect">
              <a:avLst/>
            </a:prstGeom>
            <a:noFill/>
            <a:ln>
              <a:noFill/>
            </a:ln>
          </p:spPr>
        </p:pic>
        <p:sp>
          <p:nvSpPr>
            <p:cNvPr id="255" name="Google Shape;255;p9"/>
            <p:cNvSpPr/>
            <p:nvPr/>
          </p:nvSpPr>
          <p:spPr>
            <a:xfrm>
              <a:off x="3424" y="2794"/>
              <a:ext cx="5863" cy="2661"/>
            </a:xfrm>
            <a:prstGeom prst="roundRect">
              <a:avLst>
                <a:gd fmla="val 16667" name="adj"/>
              </a:avLst>
            </a:prstGeom>
            <a:noFill/>
            <a:ln cap="flat" cmpd="sng" w="19050">
              <a:solidFill>
                <a:srgbClr val="42719B"/>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Arial"/>
                <a:ea typeface="Arial"/>
                <a:cs typeface="Arial"/>
                <a:sym typeface="Arial"/>
              </a:endParaRPr>
            </a:p>
          </p:txBody>
        </p:sp>
        <p:sp>
          <p:nvSpPr>
            <p:cNvPr id="256" name="Google Shape;256;p9"/>
            <p:cNvSpPr txBox="1"/>
            <p:nvPr/>
          </p:nvSpPr>
          <p:spPr>
            <a:xfrm>
              <a:off x="3423" y="4271"/>
              <a:ext cx="3417" cy="9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Microsoft Yahei"/>
                  <a:ea typeface="Microsoft Yahei"/>
                  <a:cs typeface="Microsoft Yahei"/>
                  <a:sym typeface="Microsoft Yahei"/>
                </a:rPr>
                <a:t>Trigonometric Regression Model</a:t>
              </a:r>
              <a:endParaRPr/>
            </a:p>
          </p:txBody>
        </p:sp>
        <p:cxnSp>
          <p:nvCxnSpPr>
            <p:cNvPr id="257" name="Google Shape;257;p9"/>
            <p:cNvCxnSpPr/>
            <p:nvPr/>
          </p:nvCxnSpPr>
          <p:spPr>
            <a:xfrm flipH="1">
              <a:off x="4950" y="3591"/>
              <a:ext cx="1209" cy="704"/>
            </a:xfrm>
            <a:prstGeom prst="straightConnector1">
              <a:avLst/>
            </a:prstGeom>
            <a:solidFill>
              <a:schemeClr val="accent1"/>
            </a:solidFill>
            <a:ln cap="flat" cmpd="sng" w="9525">
              <a:solidFill>
                <a:schemeClr val="dk1"/>
              </a:solidFill>
              <a:prstDash val="solid"/>
              <a:round/>
              <a:headEnd len="sm" w="sm" type="none"/>
              <a:tailEnd len="med" w="med" type="stealth"/>
            </a:ln>
          </p:spPr>
        </p:cxnSp>
        <p:cxnSp>
          <p:nvCxnSpPr>
            <p:cNvPr id="258" name="Google Shape;258;p9"/>
            <p:cNvCxnSpPr/>
            <p:nvPr/>
          </p:nvCxnSpPr>
          <p:spPr>
            <a:xfrm>
              <a:off x="7083" y="3649"/>
              <a:ext cx="1004" cy="730"/>
            </a:xfrm>
            <a:prstGeom prst="straightConnector1">
              <a:avLst/>
            </a:prstGeom>
            <a:solidFill>
              <a:schemeClr val="accent1"/>
            </a:solidFill>
            <a:ln cap="flat" cmpd="sng" w="28575">
              <a:solidFill>
                <a:srgbClr val="FF0000"/>
              </a:solidFill>
              <a:prstDash val="solid"/>
              <a:round/>
              <a:headEnd len="sm" w="sm" type="none"/>
              <a:tailEnd len="med" w="med" type="stealth"/>
            </a:ln>
          </p:spPr>
        </p:cxnSp>
      </p:grpSp>
      <p:sp>
        <p:nvSpPr>
          <p:cNvPr id="259" name="Google Shape;259;p9"/>
          <p:cNvSpPr txBox="1"/>
          <p:nvPr/>
        </p:nvSpPr>
        <p:spPr>
          <a:xfrm>
            <a:off x="3543300" y="2814320"/>
            <a:ext cx="1374140" cy="38798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icrosoft Yahei"/>
                <a:ea typeface="Microsoft Yahei"/>
                <a:cs typeface="Microsoft Yahei"/>
                <a:sym typeface="Microsoft Yahei"/>
              </a:rPr>
              <a:t>Residuals</a:t>
            </a:r>
            <a:endParaRPr/>
          </a:p>
        </p:txBody>
      </p:sp>
      <p:sp>
        <p:nvSpPr>
          <p:cNvPr id="260" name="Google Shape;260;p9"/>
          <p:cNvSpPr/>
          <p:nvPr/>
        </p:nvSpPr>
        <p:spPr>
          <a:xfrm>
            <a:off x="1053465" y="3796030"/>
            <a:ext cx="4869180" cy="2472690"/>
          </a:xfrm>
          <a:prstGeom prst="roundRect">
            <a:avLst>
              <a:gd fmla="val 16667" name="adj"/>
            </a:avLst>
          </a:prstGeom>
          <a:noFill/>
          <a:ln cap="flat" cmpd="sng" w="19050">
            <a:solidFill>
              <a:srgbClr val="42719B"/>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Arial"/>
              <a:ea typeface="Arial"/>
              <a:cs typeface="Arial"/>
              <a:sym typeface="Arial"/>
            </a:endParaRPr>
          </a:p>
        </p:txBody>
      </p:sp>
      <p:pic>
        <p:nvPicPr>
          <p:cNvPr id="261" name="Google Shape;261;p9"/>
          <p:cNvPicPr preferRelativeResize="0"/>
          <p:nvPr/>
        </p:nvPicPr>
        <p:blipFill rotWithShape="1">
          <a:blip r:embed="rId8">
            <a:alphaModFix/>
          </a:blip>
          <a:srcRect b="0" l="0" r="0" t="0"/>
          <a:stretch/>
        </p:blipFill>
        <p:spPr>
          <a:xfrm>
            <a:off x="2257425" y="3867785"/>
            <a:ext cx="2749550" cy="330200"/>
          </a:xfrm>
          <a:prstGeom prst="rect">
            <a:avLst/>
          </a:prstGeom>
          <a:noFill/>
          <a:ln>
            <a:noFill/>
          </a:ln>
        </p:spPr>
      </p:pic>
      <p:cxnSp>
        <p:nvCxnSpPr>
          <p:cNvPr id="262" name="Google Shape;262;p9"/>
          <p:cNvCxnSpPr/>
          <p:nvPr/>
        </p:nvCxnSpPr>
        <p:spPr>
          <a:xfrm>
            <a:off x="3552785" y="4197853"/>
            <a:ext cx="635" cy="248920"/>
          </a:xfrm>
          <a:prstGeom prst="straightConnector1">
            <a:avLst/>
          </a:prstGeom>
          <a:solidFill>
            <a:schemeClr val="accent1"/>
          </a:solidFill>
          <a:ln cap="flat" cmpd="sng" w="28575">
            <a:solidFill>
              <a:srgbClr val="FF0000"/>
            </a:solidFill>
            <a:prstDash val="solid"/>
            <a:round/>
            <a:headEnd len="sm" w="sm" type="none"/>
            <a:tailEnd len="med" w="med" type="stealth"/>
          </a:ln>
        </p:spPr>
      </p:cxnSp>
      <p:pic>
        <p:nvPicPr>
          <p:cNvPr id="263" name="Google Shape;263;p9"/>
          <p:cNvPicPr preferRelativeResize="0"/>
          <p:nvPr/>
        </p:nvPicPr>
        <p:blipFill rotWithShape="1">
          <a:blip r:embed="rId9">
            <a:alphaModFix/>
          </a:blip>
          <a:srcRect b="0" l="0" r="0" t="0"/>
          <a:stretch/>
        </p:blipFill>
        <p:spPr>
          <a:xfrm>
            <a:off x="2349500" y="5994400"/>
            <a:ext cx="2407285" cy="388620"/>
          </a:xfrm>
          <a:prstGeom prst="rect">
            <a:avLst/>
          </a:prstGeom>
          <a:noFill/>
          <a:ln>
            <a:noFill/>
          </a:ln>
        </p:spPr>
      </p:pic>
      <p:pic>
        <p:nvPicPr>
          <p:cNvPr id="264" name="Google Shape;264;p9"/>
          <p:cNvPicPr preferRelativeResize="0"/>
          <p:nvPr/>
        </p:nvPicPr>
        <p:blipFill rotWithShape="1">
          <a:blip r:embed="rId10">
            <a:alphaModFix/>
          </a:blip>
          <a:srcRect b="0" l="0" r="0" t="0"/>
          <a:stretch/>
        </p:blipFill>
        <p:spPr>
          <a:xfrm>
            <a:off x="6132195" y="3552825"/>
            <a:ext cx="4987925" cy="1753870"/>
          </a:xfrm>
          <a:prstGeom prst="rect">
            <a:avLst/>
          </a:prstGeom>
          <a:noFill/>
          <a:ln>
            <a:noFill/>
          </a:ln>
        </p:spPr>
      </p:pic>
      <p:cxnSp>
        <p:nvCxnSpPr>
          <p:cNvPr id="265" name="Google Shape;265;p9"/>
          <p:cNvCxnSpPr/>
          <p:nvPr/>
        </p:nvCxnSpPr>
        <p:spPr>
          <a:xfrm flipH="1">
            <a:off x="9258260" y="3395848"/>
            <a:ext cx="1331595" cy="635000"/>
          </a:xfrm>
          <a:prstGeom prst="straightConnector1">
            <a:avLst/>
          </a:prstGeom>
          <a:solidFill>
            <a:schemeClr val="accent1"/>
          </a:solidFill>
          <a:ln cap="flat" cmpd="sng" w="28575">
            <a:solidFill>
              <a:srgbClr val="FF0000"/>
            </a:solidFill>
            <a:prstDash val="solid"/>
            <a:round/>
            <a:headEnd len="sm" w="sm" type="none"/>
            <a:tailEnd len="med" w="med" type="stealth"/>
          </a:ln>
        </p:spPr>
      </p:cxnSp>
      <p:cxnSp>
        <p:nvCxnSpPr>
          <p:cNvPr id="266" name="Google Shape;266;p9"/>
          <p:cNvCxnSpPr/>
          <p:nvPr/>
        </p:nvCxnSpPr>
        <p:spPr>
          <a:xfrm>
            <a:off x="8620720" y="4315963"/>
            <a:ext cx="10160" cy="469900"/>
          </a:xfrm>
          <a:prstGeom prst="straightConnector1">
            <a:avLst/>
          </a:prstGeom>
          <a:solidFill>
            <a:schemeClr val="accent1"/>
          </a:solidFill>
          <a:ln cap="flat" cmpd="sng" w="38100">
            <a:solidFill>
              <a:srgbClr val="FF0000"/>
            </a:solidFill>
            <a:prstDash val="solid"/>
            <a:round/>
            <a:headEnd len="sm" w="sm" type="none"/>
            <a:tailEnd len="med" w="med" type="stealth"/>
          </a:ln>
        </p:spPr>
      </p:cxnSp>
      <p:cxnSp>
        <p:nvCxnSpPr>
          <p:cNvPr id="267" name="Google Shape;267;p9"/>
          <p:cNvCxnSpPr/>
          <p:nvPr/>
        </p:nvCxnSpPr>
        <p:spPr>
          <a:xfrm flipH="1" rot="10800000">
            <a:off x="8970605" y="4876033"/>
            <a:ext cx="215900" cy="8890"/>
          </a:xfrm>
          <a:prstGeom prst="straightConnector1">
            <a:avLst/>
          </a:prstGeom>
          <a:solidFill>
            <a:schemeClr val="accent1"/>
          </a:solidFill>
          <a:ln cap="flat" cmpd="sng" w="28575">
            <a:solidFill>
              <a:srgbClr val="FF0000"/>
            </a:solidFill>
            <a:prstDash val="solid"/>
            <a:round/>
            <a:headEnd len="sm" w="sm" type="none"/>
            <a:tailEnd len="med" w="med" type="stealth"/>
          </a:ln>
        </p:spPr>
      </p:cxnSp>
      <p:sp>
        <p:nvSpPr>
          <p:cNvPr id="268" name="Google Shape;268;p9"/>
          <p:cNvSpPr/>
          <p:nvPr/>
        </p:nvSpPr>
        <p:spPr>
          <a:xfrm>
            <a:off x="9185910" y="4779010"/>
            <a:ext cx="868680" cy="235585"/>
          </a:xfrm>
          <a:prstGeom prst="rect">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69" name="Google Shape;269;p9"/>
          <p:cNvPicPr preferRelativeResize="0"/>
          <p:nvPr/>
        </p:nvPicPr>
        <p:blipFill rotWithShape="1">
          <a:blip r:embed="rId11">
            <a:alphaModFix/>
          </a:blip>
          <a:srcRect b="0" l="0" r="0" t="10492"/>
          <a:stretch/>
        </p:blipFill>
        <p:spPr>
          <a:xfrm>
            <a:off x="8568690" y="5376545"/>
            <a:ext cx="2551430" cy="1050925"/>
          </a:xfrm>
          <a:prstGeom prst="rect">
            <a:avLst/>
          </a:prstGeom>
          <a:noFill/>
          <a:ln>
            <a:noFill/>
          </a:ln>
        </p:spPr>
      </p:pic>
      <p:pic>
        <p:nvPicPr>
          <p:cNvPr id="270" name="Google Shape;270;p9"/>
          <p:cNvPicPr preferRelativeResize="0"/>
          <p:nvPr/>
        </p:nvPicPr>
        <p:blipFill rotWithShape="1">
          <a:blip r:embed="rId12">
            <a:alphaModFix/>
          </a:blip>
          <a:srcRect b="0" l="0" r="0" t="0"/>
          <a:stretch/>
        </p:blipFill>
        <p:spPr>
          <a:xfrm>
            <a:off x="4958300" y="4761865"/>
            <a:ext cx="787400" cy="266700"/>
          </a:xfrm>
          <a:prstGeom prst="rect">
            <a:avLst/>
          </a:prstGeom>
          <a:noFill/>
          <a:ln>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cxnSp>
        <p:nvCxnSpPr>
          <p:cNvPr id="277" name="Google Shape;277;p10"/>
          <p:cNvCxnSpPr/>
          <p:nvPr/>
        </p:nvCxnSpPr>
        <p:spPr>
          <a:xfrm>
            <a:off x="323088" y="783575"/>
            <a:ext cx="11468100" cy="0"/>
          </a:xfrm>
          <a:prstGeom prst="straightConnector1">
            <a:avLst/>
          </a:prstGeom>
          <a:noFill/>
          <a:ln cap="flat" cmpd="sng" w="28575">
            <a:solidFill>
              <a:schemeClr val="accent3"/>
            </a:solidFill>
            <a:prstDash val="solid"/>
            <a:round/>
            <a:headEnd len="sm" w="sm" type="none"/>
            <a:tailEnd len="sm" w="sm" type="none"/>
          </a:ln>
          <a:effectLst>
            <a:outerShdw blurRad="50800" rotWithShape="0" algn="bl" dir="18900000" dist="38100">
              <a:srgbClr val="000000">
                <a:alpha val="40000"/>
              </a:srgbClr>
            </a:outerShdw>
          </a:effectLst>
        </p:spPr>
      </p:cxnSp>
      <p:sp>
        <p:nvSpPr>
          <p:cNvPr id="278" name="Google Shape;278;p10"/>
          <p:cNvSpPr/>
          <p:nvPr/>
        </p:nvSpPr>
        <p:spPr>
          <a:xfrm>
            <a:off x="474980" y="134620"/>
            <a:ext cx="579755" cy="539750"/>
          </a:xfrm>
          <a:prstGeom prst="ellipse">
            <a:avLst/>
          </a:prstGeom>
          <a:solidFill>
            <a:srgbClr val="005D9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Black"/>
              <a:ea typeface="Arial Black"/>
              <a:cs typeface="Arial Black"/>
              <a:sym typeface="Arial Black"/>
            </a:endParaRPr>
          </a:p>
        </p:txBody>
      </p:sp>
      <p:sp>
        <p:nvSpPr>
          <p:cNvPr id="279" name="Google Shape;279;p10"/>
          <p:cNvSpPr txBox="1"/>
          <p:nvPr/>
        </p:nvSpPr>
        <p:spPr>
          <a:xfrm>
            <a:off x="475615" y="217170"/>
            <a:ext cx="578485" cy="4559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Stardos Stencil"/>
                <a:ea typeface="Stardos Stencil"/>
                <a:cs typeface="Stardos Stencil"/>
                <a:sym typeface="Stardos Stencil"/>
              </a:rPr>
              <a:t>03</a:t>
            </a:r>
            <a:endParaRPr/>
          </a:p>
        </p:txBody>
      </p:sp>
      <p:sp>
        <p:nvSpPr>
          <p:cNvPr id="280" name="Google Shape;280;p10"/>
          <p:cNvSpPr txBox="1"/>
          <p:nvPr/>
        </p:nvSpPr>
        <p:spPr>
          <a:xfrm>
            <a:off x="1267460" y="138430"/>
            <a:ext cx="11492230" cy="6140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5D98"/>
                </a:solidFill>
                <a:latin typeface="Microsoft Yahei"/>
                <a:ea typeface="Microsoft Yahei"/>
                <a:cs typeface="Microsoft Yahei"/>
                <a:sym typeface="Microsoft Yahei"/>
              </a:rPr>
              <a:t>Modelling </a:t>
            </a:r>
            <a:r>
              <a:rPr b="1" lang="en-US" sz="3400">
                <a:solidFill>
                  <a:schemeClr val="dk1"/>
                </a:solidFill>
                <a:latin typeface="Microsoft Yahei"/>
                <a:ea typeface="Microsoft Yahei"/>
                <a:cs typeface="Microsoft Yahei"/>
                <a:sym typeface="Microsoft Yahei"/>
              </a:rPr>
              <a:t>- SARMA Modelling For the Residuals</a:t>
            </a:r>
            <a:endParaRPr/>
          </a:p>
        </p:txBody>
      </p:sp>
      <p:sp>
        <p:nvSpPr>
          <p:cNvPr id="281" name="Google Shape;281;p10"/>
          <p:cNvSpPr txBox="1"/>
          <p:nvPr/>
        </p:nvSpPr>
        <p:spPr>
          <a:xfrm>
            <a:off x="5059680" y="814705"/>
            <a:ext cx="10108565" cy="5219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7F7F7F"/>
                </a:solidFill>
                <a:latin typeface="Microsoft Yahei"/>
                <a:ea typeface="Microsoft Yahei"/>
                <a:cs typeface="Microsoft Yahei"/>
                <a:sym typeface="Microsoft Yahei"/>
              </a:rPr>
              <a:t>（White noise tests）</a:t>
            </a:r>
            <a:endParaRPr b="1" sz="3400">
              <a:solidFill>
                <a:srgbClr val="7F7F7F"/>
              </a:solidFill>
              <a:latin typeface="Microsoft Yahei"/>
              <a:ea typeface="Microsoft Yahei"/>
              <a:cs typeface="Microsoft Yahei"/>
              <a:sym typeface="Microsoft Yahei"/>
            </a:endParaRPr>
          </a:p>
        </p:txBody>
      </p:sp>
      <p:sp>
        <p:nvSpPr>
          <p:cNvPr id="282" name="Google Shape;282;p10"/>
          <p:cNvSpPr/>
          <p:nvPr/>
        </p:nvSpPr>
        <p:spPr>
          <a:xfrm flipH="1">
            <a:off x="730250" y="1480185"/>
            <a:ext cx="10654665" cy="5007610"/>
          </a:xfrm>
          <a:prstGeom prst="rect">
            <a:avLst/>
          </a:prstGeom>
          <a:solidFill>
            <a:schemeClr val="lt1"/>
          </a:solidFill>
          <a:ln>
            <a:noFill/>
          </a:ln>
          <a:effectLst>
            <a:outerShdw blurRad="3556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Impact"/>
                <a:ea typeface="Impact"/>
                <a:cs typeface="Impact"/>
                <a:sym typeface="Impact"/>
              </a:rPr>
              <a:t>The trigonometric regression modelling with a SARMA residuals fitting for the electricity demand of the BspAlb</a:t>
            </a:r>
            <a:endParaRPr sz="1800">
              <a:solidFill>
                <a:schemeClr val="lt1"/>
              </a:solidFill>
              <a:latin typeface="Arial"/>
              <a:ea typeface="Arial"/>
              <a:cs typeface="Arial"/>
              <a:sym typeface="Arial"/>
            </a:endParaRPr>
          </a:p>
        </p:txBody>
      </p:sp>
      <p:pic>
        <p:nvPicPr>
          <p:cNvPr id="283" name="Google Shape;283;p10"/>
          <p:cNvPicPr preferRelativeResize="0"/>
          <p:nvPr/>
        </p:nvPicPr>
        <p:blipFill rotWithShape="1">
          <a:blip r:embed="rId3">
            <a:alphaModFix/>
          </a:blip>
          <a:srcRect b="20340" l="21542" r="21769" t="3163"/>
          <a:stretch/>
        </p:blipFill>
        <p:spPr>
          <a:xfrm>
            <a:off x="949960" y="1754505"/>
            <a:ext cx="4006215" cy="4210685"/>
          </a:xfrm>
          <a:prstGeom prst="rect">
            <a:avLst/>
          </a:prstGeom>
          <a:noFill/>
          <a:ln>
            <a:noFill/>
          </a:ln>
        </p:spPr>
      </p:pic>
      <p:grpSp>
        <p:nvGrpSpPr>
          <p:cNvPr id="284" name="Google Shape;284;p10"/>
          <p:cNvGrpSpPr/>
          <p:nvPr/>
        </p:nvGrpSpPr>
        <p:grpSpPr>
          <a:xfrm>
            <a:off x="5074920" y="3204845"/>
            <a:ext cx="6000115" cy="2999740"/>
            <a:chOff x="8113" y="2809"/>
            <a:chExt cx="9449" cy="4644"/>
          </a:xfrm>
        </p:grpSpPr>
        <p:pic>
          <p:nvPicPr>
            <p:cNvPr id="285" name="Google Shape;285;p10"/>
            <p:cNvPicPr preferRelativeResize="0"/>
            <p:nvPr/>
          </p:nvPicPr>
          <p:blipFill rotWithShape="1">
            <a:blip r:embed="rId4">
              <a:alphaModFix/>
            </a:blip>
            <a:srcRect b="0" l="0" r="12196" t="17252"/>
            <a:stretch/>
          </p:blipFill>
          <p:spPr>
            <a:xfrm>
              <a:off x="8253" y="4398"/>
              <a:ext cx="9308" cy="2933"/>
            </a:xfrm>
            <a:prstGeom prst="rect">
              <a:avLst/>
            </a:prstGeom>
            <a:noFill/>
            <a:ln>
              <a:noFill/>
            </a:ln>
          </p:spPr>
        </p:pic>
        <p:pic>
          <p:nvPicPr>
            <p:cNvPr id="286" name="Google Shape;286;p10"/>
            <p:cNvPicPr preferRelativeResize="0"/>
            <p:nvPr/>
          </p:nvPicPr>
          <p:blipFill rotWithShape="1">
            <a:blip r:embed="rId5">
              <a:alphaModFix/>
            </a:blip>
            <a:srcRect b="0" l="6813" r="12400" t="-6729"/>
            <a:stretch/>
          </p:blipFill>
          <p:spPr>
            <a:xfrm>
              <a:off x="9157" y="2908"/>
              <a:ext cx="7581" cy="1380"/>
            </a:xfrm>
            <a:prstGeom prst="rect">
              <a:avLst/>
            </a:prstGeom>
            <a:noFill/>
            <a:ln>
              <a:noFill/>
            </a:ln>
          </p:spPr>
        </p:pic>
        <p:sp>
          <p:nvSpPr>
            <p:cNvPr id="287" name="Google Shape;287;p10"/>
            <p:cNvSpPr/>
            <p:nvPr/>
          </p:nvSpPr>
          <p:spPr>
            <a:xfrm>
              <a:off x="8113" y="2809"/>
              <a:ext cx="9449" cy="4644"/>
            </a:xfrm>
            <a:prstGeom prst="roundRect">
              <a:avLst>
                <a:gd fmla="val 16667" name="adj"/>
              </a:avLst>
            </a:prstGeom>
            <a:noFill/>
            <a:ln cap="flat" cmpd="sng" w="19050">
              <a:solidFill>
                <a:srgbClr val="42719B"/>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Arial"/>
                <a:ea typeface="Arial"/>
                <a:cs typeface="Arial"/>
                <a:sym typeface="Arial"/>
              </a:endParaRPr>
            </a:p>
          </p:txBody>
        </p:sp>
      </p:grpSp>
      <p:pic>
        <p:nvPicPr>
          <p:cNvPr id="288" name="Google Shape;288;p10"/>
          <p:cNvPicPr preferRelativeResize="0"/>
          <p:nvPr/>
        </p:nvPicPr>
        <p:blipFill rotWithShape="1">
          <a:blip r:embed="rId6">
            <a:alphaModFix/>
          </a:blip>
          <a:srcRect b="11194" l="48458" r="4569" t="60303"/>
          <a:stretch/>
        </p:blipFill>
        <p:spPr>
          <a:xfrm>
            <a:off x="8401050" y="1784985"/>
            <a:ext cx="2692400" cy="1296035"/>
          </a:xfrm>
          <a:prstGeom prst="rect">
            <a:avLst/>
          </a:prstGeom>
          <a:noFill/>
          <a:ln>
            <a:noFill/>
          </a:ln>
        </p:spPr>
      </p:pic>
      <p:pic>
        <p:nvPicPr>
          <p:cNvPr id="289" name="Google Shape;289;p10"/>
          <p:cNvPicPr preferRelativeResize="0"/>
          <p:nvPr/>
        </p:nvPicPr>
        <p:blipFill rotWithShape="1">
          <a:blip r:embed="rId6">
            <a:alphaModFix/>
          </a:blip>
          <a:srcRect b="59152" l="53421" r="6769" t="13105"/>
          <a:stretch/>
        </p:blipFill>
        <p:spPr>
          <a:xfrm>
            <a:off x="5737860" y="1784985"/>
            <a:ext cx="2552065" cy="1224915"/>
          </a:xfrm>
          <a:prstGeom prst="rect">
            <a:avLst/>
          </a:prstGeom>
          <a:noFill/>
          <a:ln>
            <a:noFill/>
          </a:ln>
        </p:spPr>
      </p:pic>
      <p:pic>
        <p:nvPicPr>
          <p:cNvPr id="290" name="Google Shape;290;p10"/>
          <p:cNvPicPr preferRelativeResize="0"/>
          <p:nvPr/>
        </p:nvPicPr>
        <p:blipFill rotWithShape="1">
          <a:blip r:embed="rId6">
            <a:alphaModFix/>
          </a:blip>
          <a:srcRect b="59152" l="5818" r="89844" t="13105"/>
          <a:stretch/>
        </p:blipFill>
        <p:spPr>
          <a:xfrm>
            <a:off x="5459730" y="1784985"/>
            <a:ext cx="278130" cy="1224915"/>
          </a:xfrm>
          <a:prstGeom prst="rect">
            <a:avLst/>
          </a:prstGeom>
          <a:noFill/>
          <a:ln>
            <a:noFill/>
          </a:ln>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cxnSp>
        <p:nvCxnSpPr>
          <p:cNvPr id="297" name="Google Shape;297;p11"/>
          <p:cNvCxnSpPr/>
          <p:nvPr/>
        </p:nvCxnSpPr>
        <p:spPr>
          <a:xfrm>
            <a:off x="323088" y="783575"/>
            <a:ext cx="11468100" cy="0"/>
          </a:xfrm>
          <a:prstGeom prst="straightConnector1">
            <a:avLst/>
          </a:prstGeom>
          <a:noFill/>
          <a:ln cap="flat" cmpd="sng" w="28575">
            <a:solidFill>
              <a:schemeClr val="accent3"/>
            </a:solidFill>
            <a:prstDash val="solid"/>
            <a:round/>
            <a:headEnd len="sm" w="sm" type="none"/>
            <a:tailEnd len="sm" w="sm" type="none"/>
          </a:ln>
          <a:effectLst>
            <a:outerShdw blurRad="50800" rotWithShape="0" algn="bl" dir="18900000" dist="38100">
              <a:srgbClr val="000000">
                <a:alpha val="40000"/>
              </a:srgbClr>
            </a:outerShdw>
          </a:effectLst>
        </p:spPr>
      </p:cxnSp>
      <p:sp>
        <p:nvSpPr>
          <p:cNvPr id="298" name="Google Shape;298;p11"/>
          <p:cNvSpPr txBox="1"/>
          <p:nvPr/>
        </p:nvSpPr>
        <p:spPr>
          <a:xfrm>
            <a:off x="1614805" y="169545"/>
            <a:ext cx="11492230" cy="6140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5D98"/>
                </a:solidFill>
                <a:latin typeface="Microsoft Yahei"/>
                <a:ea typeface="Microsoft Yahei"/>
                <a:cs typeface="Microsoft Yahei"/>
                <a:sym typeface="Microsoft Yahei"/>
              </a:rPr>
              <a:t>Periodicities between BspAlb and BspArn</a:t>
            </a:r>
            <a:endParaRPr b="1" sz="3400">
              <a:solidFill>
                <a:schemeClr val="dk1"/>
              </a:solidFill>
              <a:latin typeface="Microsoft Yahei"/>
              <a:ea typeface="Microsoft Yahei"/>
              <a:cs typeface="Microsoft Yahei"/>
              <a:sym typeface="Microsoft Yahei"/>
            </a:endParaRPr>
          </a:p>
        </p:txBody>
      </p:sp>
      <p:grpSp>
        <p:nvGrpSpPr>
          <p:cNvPr id="299" name="Google Shape;299;p11"/>
          <p:cNvGrpSpPr/>
          <p:nvPr/>
        </p:nvGrpSpPr>
        <p:grpSpPr>
          <a:xfrm>
            <a:off x="730250" y="1480185"/>
            <a:ext cx="11175365" cy="5007610"/>
            <a:chOff x="1561" y="2002"/>
            <a:chExt cx="16399" cy="7886"/>
          </a:xfrm>
        </p:grpSpPr>
        <p:sp>
          <p:nvSpPr>
            <p:cNvPr id="300" name="Google Shape;300;p11"/>
            <p:cNvSpPr/>
            <p:nvPr/>
          </p:nvSpPr>
          <p:spPr>
            <a:xfrm flipH="1">
              <a:off x="1561" y="2002"/>
              <a:ext cx="15635" cy="7886"/>
            </a:xfrm>
            <a:prstGeom prst="rect">
              <a:avLst/>
            </a:prstGeom>
            <a:solidFill>
              <a:schemeClr val="lt1"/>
            </a:solidFill>
            <a:ln>
              <a:noFill/>
            </a:ln>
            <a:effectLst>
              <a:outerShdw blurRad="3556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Albion St ) and BspArn(Arnside</a:t>
              </a:r>
              <a:endParaRPr/>
            </a:p>
          </p:txBody>
        </p:sp>
        <p:sp>
          <p:nvSpPr>
            <p:cNvPr id="301" name="Google Shape;301;p11"/>
            <p:cNvSpPr txBox="1"/>
            <p:nvPr/>
          </p:nvSpPr>
          <p:spPr>
            <a:xfrm>
              <a:off x="2561" y="8442"/>
              <a:ext cx="15399" cy="6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Microsoft Yahei"/>
                <a:ea typeface="Microsoft Yahei"/>
                <a:cs typeface="Microsoft Yahei"/>
                <a:sym typeface="Microsoft Yahei"/>
              </a:endParaRPr>
            </a:p>
          </p:txBody>
        </p:sp>
      </p:grpSp>
      <p:sp>
        <p:nvSpPr>
          <p:cNvPr id="302" name="Google Shape;302;p11"/>
          <p:cNvSpPr txBox="1"/>
          <p:nvPr/>
        </p:nvSpPr>
        <p:spPr>
          <a:xfrm>
            <a:off x="9024164" y="1643050"/>
            <a:ext cx="1714512" cy="45858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Arial"/>
                <a:ea typeface="Arial"/>
                <a:cs typeface="Arial"/>
                <a:sym typeface="Arial"/>
              </a:rPr>
              <a:t>Albion</a:t>
            </a:r>
            <a:endParaRPr/>
          </a:p>
          <a:p>
            <a:pPr indent="0" lvl="0" marL="0" marR="0" rtl="0" algn="l">
              <a:spcBef>
                <a:spcPts val="0"/>
              </a:spcBef>
              <a:spcAft>
                <a:spcPts val="0"/>
              </a:spcAft>
              <a:buNone/>
            </a:pPr>
            <a:r>
              <a:rPr lang="en-US" sz="2000">
                <a:solidFill>
                  <a:schemeClr val="lt1"/>
                </a:solidFill>
                <a:latin typeface="Arial"/>
                <a:ea typeface="Arial"/>
                <a:cs typeface="Arial"/>
                <a:sym typeface="Arial"/>
              </a:rPr>
              <a:t>Stability of Diurnal periodic </a:t>
            </a:r>
            <a:endParaRPr/>
          </a:p>
          <a:p>
            <a:pPr indent="0" lvl="0" marL="0" marR="0" rtl="0" algn="l">
              <a:spcBef>
                <a:spcPts val="0"/>
              </a:spcBef>
              <a:spcAft>
                <a:spcPts val="0"/>
              </a:spcAft>
              <a:buNone/>
            </a:pPr>
            <a:r>
              <a:rPr lang="en-US" sz="2000">
                <a:solidFill>
                  <a:schemeClr val="lt1"/>
                </a:solidFill>
                <a:latin typeface="Arial"/>
                <a:ea typeface="Arial"/>
                <a:cs typeface="Arial"/>
                <a:sym typeface="Arial"/>
              </a:rPr>
              <a:t>variation at a domestic BSP</a:t>
            </a:r>
            <a:endParaRPr/>
          </a:p>
          <a:p>
            <a:pPr indent="0" lvl="0" marL="0" marR="0" rtl="0" algn="l">
              <a:spcBef>
                <a:spcPts val="0"/>
              </a:spcBef>
              <a:spcAft>
                <a:spcPts val="0"/>
              </a:spcAft>
              <a:buNone/>
            </a:pPr>
            <a:r>
              <a:t/>
            </a:r>
            <a:endParaRPr sz="2400">
              <a:solidFill>
                <a:schemeClr val="lt1"/>
              </a:solidFill>
              <a:latin typeface="Arial"/>
              <a:ea typeface="Arial"/>
              <a:cs typeface="Arial"/>
              <a:sym typeface="Arial"/>
            </a:endParaRPr>
          </a:p>
          <a:p>
            <a:pPr indent="0" lvl="0" marL="0" marR="0" rtl="0" algn="l">
              <a:spcBef>
                <a:spcPts val="0"/>
              </a:spcBef>
              <a:spcAft>
                <a:spcPts val="0"/>
              </a:spcAft>
              <a:buNone/>
            </a:pPr>
            <a:r>
              <a:rPr b="1" lang="en-US" sz="3200">
                <a:solidFill>
                  <a:schemeClr val="lt1"/>
                </a:solidFill>
                <a:latin typeface="Arial"/>
                <a:ea typeface="Arial"/>
                <a:cs typeface="Arial"/>
                <a:sym typeface="Arial"/>
              </a:rPr>
              <a:t>Arnside  </a:t>
            </a:r>
            <a:r>
              <a:rPr b="1" lang="en-US" sz="3200">
                <a:solidFill>
                  <a:schemeClr val="dk1"/>
                </a:solidFill>
                <a:latin typeface="Arial"/>
                <a:ea typeface="Arial"/>
                <a:cs typeface="Arial"/>
                <a:sym typeface="Arial"/>
              </a:rPr>
              <a:t> </a:t>
            </a:r>
            <a:r>
              <a:rPr b="1" lang="en-US" sz="2400">
                <a:solidFill>
                  <a:schemeClr val="dk1"/>
                </a:solidFill>
                <a:latin typeface="Arial"/>
                <a:ea typeface="Arial"/>
                <a:cs typeface="Arial"/>
                <a:sym typeface="Arial"/>
              </a:rPr>
              <a:t>  </a:t>
            </a:r>
            <a:r>
              <a:rPr lang="en-US" sz="2400">
                <a:solidFill>
                  <a:schemeClr val="lt1"/>
                </a:solidFill>
                <a:latin typeface="Arial"/>
                <a:ea typeface="Arial"/>
                <a:cs typeface="Arial"/>
                <a:sym typeface="Arial"/>
              </a:rPr>
              <a:t> </a:t>
            </a:r>
            <a:endParaRPr/>
          </a:p>
          <a:p>
            <a:pPr indent="0" lvl="0" marL="0" marR="0" rtl="0" algn="l">
              <a:spcBef>
                <a:spcPts val="0"/>
              </a:spcBef>
              <a:spcAft>
                <a:spcPts val="0"/>
              </a:spcAft>
              <a:buNone/>
            </a:pPr>
            <a:r>
              <a:rPr lang="en-US" sz="2000">
                <a:solidFill>
                  <a:schemeClr val="lt1"/>
                </a:solidFill>
                <a:latin typeface="Arial"/>
                <a:ea typeface="Arial"/>
                <a:cs typeface="Arial"/>
                <a:sym typeface="Arial"/>
              </a:rPr>
              <a:t>Yearly periodicity </a:t>
            </a:r>
            <a:endParaRPr/>
          </a:p>
          <a:p>
            <a:pPr indent="0" lvl="0" marL="0" marR="0" rtl="0" algn="l">
              <a:spcBef>
                <a:spcPts val="0"/>
              </a:spcBef>
              <a:spcAft>
                <a:spcPts val="0"/>
              </a:spcAft>
              <a:buNone/>
            </a:pPr>
            <a:r>
              <a:rPr lang="en-US" sz="2000">
                <a:solidFill>
                  <a:schemeClr val="lt1"/>
                </a:solidFill>
                <a:latin typeface="Arial"/>
                <a:ea typeface="Arial"/>
                <a:cs typeface="Arial"/>
                <a:sym typeface="Arial"/>
              </a:rPr>
              <a:t>Non-domestic BSP</a:t>
            </a:r>
            <a:r>
              <a:rPr b="1" lang="en-US" sz="2000">
                <a:solidFill>
                  <a:schemeClr val="dk1"/>
                </a:solidFill>
                <a:latin typeface="Arial"/>
                <a:ea typeface="Arial"/>
                <a:cs typeface="Arial"/>
                <a:sym typeface="Arial"/>
              </a:rPr>
              <a:t> </a:t>
            </a:r>
            <a:endParaRPr sz="2000">
              <a:solidFill>
                <a:schemeClr val="lt1"/>
              </a:solidFill>
              <a:latin typeface="Impact"/>
              <a:ea typeface="Impact"/>
              <a:cs typeface="Impact"/>
              <a:sym typeface="Impact"/>
            </a:endParaRPr>
          </a:p>
          <a:p>
            <a:pPr indent="0" lvl="0" marL="0" marR="0" rtl="0" algn="l">
              <a:spcBef>
                <a:spcPts val="0"/>
              </a:spcBef>
              <a:spcAft>
                <a:spcPts val="0"/>
              </a:spcAft>
              <a:buNone/>
            </a:pPr>
            <a:r>
              <a:t/>
            </a:r>
            <a:endParaRPr sz="2400">
              <a:solidFill>
                <a:schemeClr val="lt1"/>
              </a:solidFill>
              <a:latin typeface="Impact"/>
              <a:ea typeface="Impact"/>
              <a:cs typeface="Impact"/>
              <a:sym typeface="Impact"/>
            </a:endParaRPr>
          </a:p>
        </p:txBody>
      </p:sp>
      <p:sp>
        <p:nvSpPr>
          <p:cNvPr id="303" name="Google Shape;303;p11"/>
          <p:cNvSpPr/>
          <p:nvPr/>
        </p:nvSpPr>
        <p:spPr>
          <a:xfrm>
            <a:off x="7338060" y="1652270"/>
            <a:ext cx="3736975" cy="4552315"/>
          </a:xfrm>
          <a:prstGeom prst="roundRect">
            <a:avLst>
              <a:gd fmla="val 16667" name="adj"/>
            </a:avLst>
          </a:prstGeom>
          <a:noFill/>
          <a:ln cap="flat" cmpd="sng" w="19050">
            <a:solidFill>
              <a:srgbClr val="42719B"/>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dk1"/>
                </a:solidFill>
                <a:latin typeface="Microsoft Yahei"/>
                <a:ea typeface="Microsoft Yahei"/>
                <a:cs typeface="Microsoft Yahei"/>
                <a:sym typeface="Microsoft Yahei"/>
              </a:rPr>
              <a:t>Albion</a:t>
            </a:r>
            <a:endParaRPr/>
          </a:p>
          <a:p>
            <a:pPr indent="0" lvl="0" marL="0" marR="0" rtl="0" algn="ctr">
              <a:spcBef>
                <a:spcPts val="0"/>
              </a:spcBef>
              <a:spcAft>
                <a:spcPts val="0"/>
              </a:spcAft>
              <a:buNone/>
            </a:pPr>
            <a:r>
              <a:rPr lang="en-US" sz="2800">
                <a:solidFill>
                  <a:schemeClr val="dk1"/>
                </a:solidFill>
                <a:latin typeface="Microsoft Yahei"/>
                <a:ea typeface="Microsoft Yahei"/>
                <a:cs typeface="Microsoft Yahei"/>
                <a:sym typeface="Microsoft Yahei"/>
              </a:rPr>
              <a:t>Stability of Diurnal periodic </a:t>
            </a:r>
            <a:endParaRPr sz="2800">
              <a:solidFill>
                <a:schemeClr val="dk1"/>
              </a:solidFill>
              <a:latin typeface="Microsoft Yahei"/>
              <a:ea typeface="Microsoft Yahei"/>
              <a:cs typeface="Microsoft Yahei"/>
              <a:sym typeface="Microsoft Yahei"/>
            </a:endParaRPr>
          </a:p>
          <a:p>
            <a:pPr indent="0" lvl="0" marL="0" marR="0" rtl="0" algn="ctr">
              <a:spcBef>
                <a:spcPts val="0"/>
              </a:spcBef>
              <a:spcAft>
                <a:spcPts val="0"/>
              </a:spcAft>
              <a:buNone/>
            </a:pPr>
            <a:r>
              <a:rPr lang="en-US" sz="2800">
                <a:solidFill>
                  <a:schemeClr val="dk1"/>
                </a:solidFill>
                <a:latin typeface="Microsoft Yahei"/>
                <a:ea typeface="Microsoft Yahei"/>
                <a:cs typeface="Microsoft Yahei"/>
                <a:sym typeface="Microsoft Yahei"/>
              </a:rPr>
              <a:t>variation at a domestic BSP</a:t>
            </a:r>
            <a:endParaRPr sz="2800">
              <a:solidFill>
                <a:schemeClr val="dk1"/>
              </a:solidFill>
              <a:latin typeface="Microsoft Yahei"/>
              <a:ea typeface="Microsoft Yahei"/>
              <a:cs typeface="Microsoft Yahei"/>
              <a:sym typeface="Microsoft Yahei"/>
            </a:endParaRPr>
          </a:p>
          <a:p>
            <a:pPr indent="0" lvl="0" marL="0" marR="0" rtl="0" algn="ctr">
              <a:spcBef>
                <a:spcPts val="0"/>
              </a:spcBef>
              <a:spcAft>
                <a:spcPts val="0"/>
              </a:spcAft>
              <a:buNone/>
            </a:pPr>
            <a:r>
              <a:rPr b="1" lang="en-US" sz="2800">
                <a:solidFill>
                  <a:schemeClr val="dk1"/>
                </a:solidFill>
                <a:latin typeface="Microsoft Yahei"/>
                <a:ea typeface="Microsoft Yahei"/>
                <a:cs typeface="Microsoft Yahei"/>
                <a:sym typeface="Microsoft Yahei"/>
              </a:rPr>
              <a:t>Arnside     </a:t>
            </a:r>
            <a:r>
              <a:rPr lang="en-US" sz="2800">
                <a:solidFill>
                  <a:schemeClr val="dk1"/>
                </a:solidFill>
                <a:latin typeface="Microsoft Yahei"/>
                <a:ea typeface="Microsoft Yahei"/>
                <a:cs typeface="Microsoft Yahei"/>
                <a:sym typeface="Microsoft Yahei"/>
              </a:rPr>
              <a:t> </a:t>
            </a:r>
            <a:endParaRPr/>
          </a:p>
          <a:p>
            <a:pPr indent="0" lvl="0" marL="0" marR="0" rtl="0" algn="ctr">
              <a:spcBef>
                <a:spcPts val="0"/>
              </a:spcBef>
              <a:spcAft>
                <a:spcPts val="0"/>
              </a:spcAft>
              <a:buNone/>
            </a:pPr>
            <a:r>
              <a:rPr lang="en-US" sz="2800">
                <a:solidFill>
                  <a:schemeClr val="dk1"/>
                </a:solidFill>
                <a:latin typeface="Microsoft Yahei"/>
                <a:ea typeface="Microsoft Yahei"/>
                <a:cs typeface="Microsoft Yahei"/>
                <a:sym typeface="Microsoft Yahei"/>
              </a:rPr>
              <a:t>Yearly periodicity </a:t>
            </a:r>
            <a:endParaRPr/>
          </a:p>
          <a:p>
            <a:pPr indent="0" lvl="0" marL="0" marR="0" rtl="0" algn="ctr">
              <a:spcBef>
                <a:spcPts val="0"/>
              </a:spcBef>
              <a:spcAft>
                <a:spcPts val="0"/>
              </a:spcAft>
              <a:buNone/>
            </a:pPr>
            <a:r>
              <a:rPr lang="en-US" sz="2800">
                <a:solidFill>
                  <a:schemeClr val="dk1"/>
                </a:solidFill>
                <a:latin typeface="Microsoft Yahei"/>
                <a:ea typeface="Microsoft Yahei"/>
                <a:cs typeface="Microsoft Yahei"/>
                <a:sym typeface="Microsoft Yahei"/>
              </a:rPr>
              <a:t>Non-domestic BSP</a:t>
            </a:r>
            <a:r>
              <a:rPr b="1" lang="en-US" sz="2800">
                <a:solidFill>
                  <a:schemeClr val="dk1"/>
                </a:solidFill>
                <a:latin typeface="Microsoft Yahei"/>
                <a:ea typeface="Microsoft Yahei"/>
                <a:cs typeface="Microsoft Yahei"/>
                <a:sym typeface="Microsoft Yahei"/>
              </a:rPr>
              <a:t> </a:t>
            </a:r>
            <a:endParaRPr sz="2800">
              <a:solidFill>
                <a:schemeClr val="dk1"/>
              </a:solidFill>
              <a:latin typeface="Microsoft Yahei"/>
              <a:ea typeface="Microsoft Yahei"/>
              <a:cs typeface="Microsoft Yahei"/>
              <a:sym typeface="Microsoft Yahei"/>
            </a:endParaRPr>
          </a:p>
        </p:txBody>
      </p:sp>
      <p:pic>
        <p:nvPicPr>
          <p:cNvPr id="304" name="Google Shape;304;p11"/>
          <p:cNvPicPr preferRelativeResize="0"/>
          <p:nvPr/>
        </p:nvPicPr>
        <p:blipFill rotWithShape="1">
          <a:blip r:embed="rId3">
            <a:alphaModFix/>
          </a:blip>
          <a:srcRect b="20648" l="-682" r="12205" t="15188"/>
          <a:stretch/>
        </p:blipFill>
        <p:spPr>
          <a:xfrm>
            <a:off x="1145540" y="4707255"/>
            <a:ext cx="5846445" cy="1507490"/>
          </a:xfrm>
          <a:prstGeom prst="rect">
            <a:avLst/>
          </a:prstGeom>
          <a:noFill/>
          <a:ln>
            <a:noFill/>
          </a:ln>
        </p:spPr>
      </p:pic>
      <p:pic>
        <p:nvPicPr>
          <p:cNvPr id="305" name="Google Shape;305;p11"/>
          <p:cNvPicPr preferRelativeResize="0"/>
          <p:nvPr/>
        </p:nvPicPr>
        <p:blipFill rotWithShape="1">
          <a:blip r:embed="rId4">
            <a:alphaModFix/>
          </a:blip>
          <a:srcRect b="0" l="0" r="0" t="7254"/>
          <a:stretch/>
        </p:blipFill>
        <p:spPr>
          <a:xfrm>
            <a:off x="1242695" y="1652905"/>
            <a:ext cx="5930900" cy="1737360"/>
          </a:xfrm>
          <a:prstGeom prst="rect">
            <a:avLst/>
          </a:prstGeom>
          <a:noFill/>
          <a:ln>
            <a:noFill/>
          </a:ln>
        </p:spPr>
      </p:pic>
      <p:pic>
        <p:nvPicPr>
          <p:cNvPr id="306" name="Google Shape;306;p11"/>
          <p:cNvPicPr preferRelativeResize="0"/>
          <p:nvPr/>
        </p:nvPicPr>
        <p:blipFill rotWithShape="1">
          <a:blip r:embed="rId5">
            <a:alphaModFix/>
          </a:blip>
          <a:srcRect b="17375" l="0" r="0" t="0"/>
          <a:stretch/>
        </p:blipFill>
        <p:spPr>
          <a:xfrm>
            <a:off x="1197610" y="2867025"/>
            <a:ext cx="5911850" cy="1358900"/>
          </a:xfrm>
          <a:prstGeom prst="rect">
            <a:avLst/>
          </a:prstGeom>
          <a:noFill/>
          <a:ln>
            <a:noFill/>
          </a:ln>
        </p:spPr>
      </p:pic>
      <p:sp>
        <p:nvSpPr>
          <p:cNvPr id="307" name="Google Shape;307;p11"/>
          <p:cNvSpPr/>
          <p:nvPr/>
        </p:nvSpPr>
        <p:spPr>
          <a:xfrm>
            <a:off x="1387475" y="4011930"/>
            <a:ext cx="5561965" cy="213360"/>
          </a:xfrm>
          <a:prstGeom prst="rect">
            <a:avLst/>
          </a:prstGeom>
          <a:noFill/>
          <a:ln cap="flat" cmpd="sng" w="476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8" name="Google Shape;308;p11"/>
          <p:cNvSpPr/>
          <p:nvPr/>
        </p:nvSpPr>
        <p:spPr>
          <a:xfrm>
            <a:off x="1381125" y="5156200"/>
            <a:ext cx="5591810" cy="177165"/>
          </a:xfrm>
          <a:prstGeom prst="rect">
            <a:avLst/>
          </a:prstGeom>
          <a:noFill/>
          <a:ln cap="flat" cmpd="sng" w="476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2"/>
          <p:cNvSpPr txBox="1"/>
          <p:nvPr>
            <p:ph idx="12" type="sldNum"/>
          </p:nvPr>
        </p:nvSpPr>
        <p:spPr>
          <a:xfrm>
            <a:off x="9448800"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800"/>
          </a:p>
        </p:txBody>
      </p:sp>
      <p:grpSp>
        <p:nvGrpSpPr>
          <p:cNvPr id="316" name="Google Shape;316;p12"/>
          <p:cNvGrpSpPr/>
          <p:nvPr/>
        </p:nvGrpSpPr>
        <p:grpSpPr>
          <a:xfrm>
            <a:off x="2466936" y="2566857"/>
            <a:ext cx="9139565" cy="2090965"/>
            <a:chOff x="3580" y="3549"/>
            <a:chExt cx="8329" cy="2468"/>
          </a:xfrm>
        </p:grpSpPr>
        <p:sp>
          <p:nvSpPr>
            <p:cNvPr id="317" name="Google Shape;317;p12"/>
            <p:cNvSpPr txBox="1"/>
            <p:nvPr/>
          </p:nvSpPr>
          <p:spPr>
            <a:xfrm>
              <a:off x="6580" y="3730"/>
              <a:ext cx="5329" cy="22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chemeClr val="dk1"/>
                  </a:solidFill>
                  <a:latin typeface="Microsoft Yahei"/>
                  <a:ea typeface="Microsoft Yahei"/>
                  <a:cs typeface="Microsoft Yahei"/>
                  <a:sym typeface="Microsoft Yahei"/>
                </a:rPr>
                <a:t> Fourier Series and Spectrum Analysis</a:t>
              </a:r>
              <a:endParaRPr b="1" sz="4000">
                <a:solidFill>
                  <a:schemeClr val="dk1"/>
                </a:solidFill>
                <a:latin typeface="Microsoft Yahei"/>
                <a:ea typeface="Microsoft Yahei"/>
                <a:cs typeface="Microsoft Yahei"/>
                <a:sym typeface="Microsoft Yahei"/>
              </a:endParaRPr>
            </a:p>
            <a:p>
              <a:pPr indent="0" lvl="0" marL="0" marR="0" rtl="0" algn="l">
                <a:spcBef>
                  <a:spcPts val="0"/>
                </a:spcBef>
                <a:spcAft>
                  <a:spcPts val="0"/>
                </a:spcAft>
                <a:buNone/>
              </a:pPr>
              <a:r>
                <a:rPr b="1" lang="en-US" sz="4000">
                  <a:solidFill>
                    <a:schemeClr val="dk1"/>
                  </a:solidFill>
                  <a:latin typeface="Microsoft Yahei"/>
                  <a:ea typeface="Microsoft Yahei"/>
                  <a:cs typeface="Microsoft Yahei"/>
                  <a:sym typeface="Microsoft Yahei"/>
                </a:rPr>
                <a:t> </a:t>
              </a:r>
              <a:endParaRPr/>
            </a:p>
          </p:txBody>
        </p:sp>
        <p:sp>
          <p:nvSpPr>
            <p:cNvPr id="318" name="Google Shape;318;p12"/>
            <p:cNvSpPr txBox="1"/>
            <p:nvPr/>
          </p:nvSpPr>
          <p:spPr>
            <a:xfrm>
              <a:off x="4937" y="3839"/>
              <a:ext cx="1548" cy="127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1"/>
                  </a:solidFill>
                  <a:latin typeface="Arial"/>
                  <a:ea typeface="Arial"/>
                  <a:cs typeface="Arial"/>
                  <a:sym typeface="Arial"/>
                </a:rPr>
                <a:t>PART  02</a:t>
              </a:r>
              <a:endParaRPr/>
            </a:p>
          </p:txBody>
        </p:sp>
        <p:sp>
          <p:nvSpPr>
            <p:cNvPr id="319" name="Google Shape;319;p12"/>
            <p:cNvSpPr/>
            <p:nvPr/>
          </p:nvSpPr>
          <p:spPr>
            <a:xfrm>
              <a:off x="3580" y="3549"/>
              <a:ext cx="934" cy="1270"/>
            </a:xfrm>
            <a:custGeom>
              <a:rect b="b" l="l" r="r" t="t"/>
              <a:pathLst>
                <a:path extrusionOk="0" h="540" w="314">
                  <a:moveTo>
                    <a:pt x="287" y="134"/>
                  </a:moveTo>
                  <a:cubicBezTo>
                    <a:pt x="314" y="144"/>
                    <a:pt x="314" y="144"/>
                    <a:pt x="314" y="144"/>
                  </a:cubicBezTo>
                  <a:cubicBezTo>
                    <a:pt x="275" y="254"/>
                    <a:pt x="275" y="254"/>
                    <a:pt x="275" y="254"/>
                  </a:cubicBezTo>
                  <a:cubicBezTo>
                    <a:pt x="244" y="254"/>
                    <a:pt x="244" y="254"/>
                    <a:pt x="244" y="254"/>
                  </a:cubicBezTo>
                  <a:lnTo>
                    <a:pt x="287" y="134"/>
                  </a:lnTo>
                  <a:close/>
                  <a:moveTo>
                    <a:pt x="306" y="50"/>
                  </a:moveTo>
                  <a:cubicBezTo>
                    <a:pt x="306" y="44"/>
                    <a:pt x="302" y="42"/>
                    <a:pt x="298" y="47"/>
                  </a:cubicBezTo>
                  <a:cubicBezTo>
                    <a:pt x="258" y="88"/>
                    <a:pt x="258" y="88"/>
                    <a:pt x="258" y="88"/>
                  </a:cubicBezTo>
                  <a:cubicBezTo>
                    <a:pt x="311" y="107"/>
                    <a:pt x="311" y="107"/>
                    <a:pt x="311" y="107"/>
                  </a:cubicBezTo>
                  <a:lnTo>
                    <a:pt x="306" y="50"/>
                  </a:lnTo>
                  <a:close/>
                  <a:moveTo>
                    <a:pt x="213" y="254"/>
                  </a:moveTo>
                  <a:cubicBezTo>
                    <a:pt x="260" y="124"/>
                    <a:pt x="260" y="124"/>
                    <a:pt x="260" y="124"/>
                  </a:cubicBezTo>
                  <a:cubicBezTo>
                    <a:pt x="233" y="114"/>
                    <a:pt x="233" y="114"/>
                    <a:pt x="233" y="114"/>
                  </a:cubicBezTo>
                  <a:cubicBezTo>
                    <a:pt x="183" y="254"/>
                    <a:pt x="183" y="254"/>
                    <a:pt x="183" y="254"/>
                  </a:cubicBezTo>
                  <a:lnTo>
                    <a:pt x="213" y="254"/>
                  </a:lnTo>
                  <a:close/>
                  <a:moveTo>
                    <a:pt x="7" y="68"/>
                  </a:moveTo>
                  <a:cubicBezTo>
                    <a:pt x="0" y="42"/>
                    <a:pt x="16" y="14"/>
                    <a:pt x="42" y="7"/>
                  </a:cubicBezTo>
                  <a:cubicBezTo>
                    <a:pt x="69" y="0"/>
                    <a:pt x="96" y="16"/>
                    <a:pt x="103" y="42"/>
                  </a:cubicBezTo>
                  <a:cubicBezTo>
                    <a:pt x="159" y="254"/>
                    <a:pt x="159" y="254"/>
                    <a:pt x="159" y="254"/>
                  </a:cubicBezTo>
                  <a:cubicBezTo>
                    <a:pt x="56" y="254"/>
                    <a:pt x="56" y="254"/>
                    <a:pt x="56" y="254"/>
                  </a:cubicBezTo>
                  <a:lnTo>
                    <a:pt x="7" y="68"/>
                  </a:lnTo>
                  <a:close/>
                  <a:moveTo>
                    <a:pt x="43" y="59"/>
                  </a:moveTo>
                  <a:cubicBezTo>
                    <a:pt x="78" y="187"/>
                    <a:pt x="78" y="187"/>
                    <a:pt x="78" y="187"/>
                  </a:cubicBezTo>
                  <a:cubicBezTo>
                    <a:pt x="79" y="193"/>
                    <a:pt x="86" y="197"/>
                    <a:pt x="93" y="195"/>
                  </a:cubicBezTo>
                  <a:cubicBezTo>
                    <a:pt x="99" y="194"/>
                    <a:pt x="103" y="187"/>
                    <a:pt x="102" y="181"/>
                  </a:cubicBezTo>
                  <a:cubicBezTo>
                    <a:pt x="67" y="53"/>
                    <a:pt x="67" y="53"/>
                    <a:pt x="67" y="53"/>
                  </a:cubicBezTo>
                  <a:cubicBezTo>
                    <a:pt x="66" y="46"/>
                    <a:pt x="59" y="43"/>
                    <a:pt x="52" y="44"/>
                  </a:cubicBezTo>
                  <a:cubicBezTo>
                    <a:pt x="46" y="46"/>
                    <a:pt x="42" y="53"/>
                    <a:pt x="43" y="59"/>
                  </a:cubicBezTo>
                  <a:close/>
                  <a:moveTo>
                    <a:pt x="292" y="274"/>
                  </a:moveTo>
                  <a:cubicBezTo>
                    <a:pt x="22" y="274"/>
                    <a:pt x="22" y="274"/>
                    <a:pt x="22" y="274"/>
                  </a:cubicBezTo>
                  <a:cubicBezTo>
                    <a:pt x="13" y="274"/>
                    <a:pt x="6" y="279"/>
                    <a:pt x="6" y="286"/>
                  </a:cubicBezTo>
                  <a:cubicBezTo>
                    <a:pt x="6" y="292"/>
                    <a:pt x="13" y="297"/>
                    <a:pt x="22" y="298"/>
                  </a:cubicBezTo>
                  <a:cubicBezTo>
                    <a:pt x="52" y="516"/>
                    <a:pt x="52" y="516"/>
                    <a:pt x="52" y="516"/>
                  </a:cubicBezTo>
                  <a:cubicBezTo>
                    <a:pt x="44" y="517"/>
                    <a:pt x="38" y="522"/>
                    <a:pt x="38" y="528"/>
                  </a:cubicBezTo>
                  <a:cubicBezTo>
                    <a:pt x="38" y="534"/>
                    <a:pt x="46" y="540"/>
                    <a:pt x="55" y="540"/>
                  </a:cubicBezTo>
                  <a:cubicBezTo>
                    <a:pt x="260" y="540"/>
                    <a:pt x="260" y="540"/>
                    <a:pt x="260" y="540"/>
                  </a:cubicBezTo>
                  <a:cubicBezTo>
                    <a:pt x="269" y="540"/>
                    <a:pt x="276" y="534"/>
                    <a:pt x="276" y="528"/>
                  </a:cubicBezTo>
                  <a:cubicBezTo>
                    <a:pt x="276" y="522"/>
                    <a:pt x="270" y="517"/>
                    <a:pt x="262" y="516"/>
                  </a:cubicBezTo>
                  <a:cubicBezTo>
                    <a:pt x="293" y="298"/>
                    <a:pt x="293" y="298"/>
                    <a:pt x="293" y="298"/>
                  </a:cubicBezTo>
                  <a:cubicBezTo>
                    <a:pt x="302" y="297"/>
                    <a:pt x="309" y="292"/>
                    <a:pt x="309" y="286"/>
                  </a:cubicBezTo>
                  <a:cubicBezTo>
                    <a:pt x="309" y="279"/>
                    <a:pt x="301" y="274"/>
                    <a:pt x="292" y="274"/>
                  </a:cubicBezTo>
                  <a:close/>
                  <a:moveTo>
                    <a:pt x="94" y="508"/>
                  </a:moveTo>
                  <a:cubicBezTo>
                    <a:pt x="94" y="508"/>
                    <a:pt x="93" y="508"/>
                    <a:pt x="92" y="508"/>
                  </a:cubicBezTo>
                  <a:cubicBezTo>
                    <a:pt x="87" y="508"/>
                    <a:pt x="82" y="504"/>
                    <a:pt x="81" y="498"/>
                  </a:cubicBezTo>
                  <a:cubicBezTo>
                    <a:pt x="55" y="312"/>
                    <a:pt x="55" y="312"/>
                    <a:pt x="55" y="312"/>
                  </a:cubicBezTo>
                  <a:cubicBezTo>
                    <a:pt x="54" y="306"/>
                    <a:pt x="58" y="300"/>
                    <a:pt x="64" y="300"/>
                  </a:cubicBezTo>
                  <a:cubicBezTo>
                    <a:pt x="70" y="299"/>
                    <a:pt x="76" y="303"/>
                    <a:pt x="77" y="309"/>
                  </a:cubicBezTo>
                  <a:cubicBezTo>
                    <a:pt x="104" y="495"/>
                    <a:pt x="104" y="495"/>
                    <a:pt x="104" y="495"/>
                  </a:cubicBezTo>
                  <a:cubicBezTo>
                    <a:pt x="105" y="501"/>
                    <a:pt x="100" y="507"/>
                    <a:pt x="94" y="508"/>
                  </a:cubicBezTo>
                  <a:close/>
                </a:path>
              </a:pathLst>
            </a:custGeom>
            <a:solidFill>
              <a:srgbClr val="76D1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0" name="Google Shape;320;p12"/>
          <p:cNvSpPr/>
          <p:nvPr/>
        </p:nvSpPr>
        <p:spPr>
          <a:xfrm>
            <a:off x="8958805" y="40175"/>
            <a:ext cx="3233195" cy="84495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cxnSp>
        <p:nvCxnSpPr>
          <p:cNvPr id="327" name="Google Shape;327;p13"/>
          <p:cNvCxnSpPr/>
          <p:nvPr/>
        </p:nvCxnSpPr>
        <p:spPr>
          <a:xfrm>
            <a:off x="323088" y="783575"/>
            <a:ext cx="11468100" cy="0"/>
          </a:xfrm>
          <a:prstGeom prst="straightConnector1">
            <a:avLst/>
          </a:prstGeom>
          <a:noFill/>
          <a:ln cap="flat" cmpd="sng" w="28575">
            <a:solidFill>
              <a:schemeClr val="accent3"/>
            </a:solidFill>
            <a:prstDash val="solid"/>
            <a:round/>
            <a:headEnd len="sm" w="sm" type="none"/>
            <a:tailEnd len="sm" w="sm" type="none"/>
          </a:ln>
          <a:effectLst>
            <a:outerShdw blurRad="50800" rotWithShape="0" algn="bl" dir="18900000" dist="38100">
              <a:srgbClr val="000000">
                <a:alpha val="40000"/>
              </a:srgbClr>
            </a:outerShdw>
          </a:effectLst>
        </p:spPr>
      </p:cxnSp>
      <p:sp>
        <p:nvSpPr>
          <p:cNvPr id="328" name="Google Shape;328;p13"/>
          <p:cNvSpPr txBox="1"/>
          <p:nvPr/>
        </p:nvSpPr>
        <p:spPr>
          <a:xfrm>
            <a:off x="2181860" y="156845"/>
            <a:ext cx="11492230" cy="6140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5D98"/>
                </a:solidFill>
                <a:latin typeface="Microsoft Yahei"/>
                <a:ea typeface="Microsoft Yahei"/>
                <a:cs typeface="Microsoft Yahei"/>
                <a:sym typeface="Microsoft Yahei"/>
              </a:rPr>
              <a:t>Analysis of Periodicities by the DFT</a:t>
            </a:r>
            <a:endParaRPr/>
          </a:p>
        </p:txBody>
      </p:sp>
      <p:grpSp>
        <p:nvGrpSpPr>
          <p:cNvPr id="329" name="Google Shape;329;p13"/>
          <p:cNvGrpSpPr/>
          <p:nvPr/>
        </p:nvGrpSpPr>
        <p:grpSpPr>
          <a:xfrm>
            <a:off x="730250" y="1297301"/>
            <a:ext cx="11175365" cy="5007610"/>
            <a:chOff x="1561" y="2002"/>
            <a:chExt cx="16399" cy="7886"/>
          </a:xfrm>
        </p:grpSpPr>
        <p:sp>
          <p:nvSpPr>
            <p:cNvPr id="330" name="Google Shape;330;p13"/>
            <p:cNvSpPr/>
            <p:nvPr/>
          </p:nvSpPr>
          <p:spPr>
            <a:xfrm flipH="1">
              <a:off x="1561" y="2002"/>
              <a:ext cx="15635" cy="7886"/>
            </a:xfrm>
            <a:prstGeom prst="rect">
              <a:avLst/>
            </a:prstGeom>
            <a:solidFill>
              <a:schemeClr val="lt1"/>
            </a:solidFill>
            <a:ln>
              <a:noFill/>
            </a:ln>
            <a:effectLst>
              <a:outerShdw blurRad="3556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Periods, frequencies and contributions on variance of the k</a:t>
              </a:r>
              <a:endParaRPr/>
            </a:p>
            <a:p>
              <a:pPr indent="0" lvl="0" marL="0" marR="0" rtl="0" algn="ctr">
                <a:spcBef>
                  <a:spcPts val="0"/>
                </a:spcBef>
                <a:spcAft>
                  <a:spcPts val="0"/>
                </a:spcAft>
                <a:buNone/>
              </a:pPr>
              <a:r>
                <a:rPr lang="en-US" sz="1800">
                  <a:solidFill>
                    <a:schemeClr val="lt1"/>
                  </a:solidFill>
                  <a:latin typeface="Arial"/>
                  <a:ea typeface="Arial"/>
                  <a:cs typeface="Arial"/>
                  <a:sym typeface="Arial"/>
                </a:rPr>
                <a:t>th harmonic series.</a:t>
              </a:r>
              <a:endParaRPr/>
            </a:p>
          </p:txBody>
        </p:sp>
        <p:sp>
          <p:nvSpPr>
            <p:cNvPr id="331" name="Google Shape;331;p13"/>
            <p:cNvSpPr txBox="1"/>
            <p:nvPr/>
          </p:nvSpPr>
          <p:spPr>
            <a:xfrm>
              <a:off x="2561" y="8442"/>
              <a:ext cx="15399" cy="6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Microsoft Yahei"/>
                <a:ea typeface="Microsoft Yahei"/>
                <a:cs typeface="Microsoft Yahei"/>
                <a:sym typeface="Microsoft Yahei"/>
              </a:endParaRPr>
            </a:p>
          </p:txBody>
        </p:sp>
      </p:grpSp>
      <p:pic>
        <p:nvPicPr>
          <p:cNvPr id="332" name="Google Shape;332;p13"/>
          <p:cNvPicPr preferRelativeResize="0"/>
          <p:nvPr/>
        </p:nvPicPr>
        <p:blipFill rotWithShape="1">
          <a:blip r:embed="rId3">
            <a:alphaModFix/>
          </a:blip>
          <a:srcRect b="14651" l="9862" r="8899" t="5695"/>
          <a:stretch/>
        </p:blipFill>
        <p:spPr>
          <a:xfrm>
            <a:off x="5709285" y="3678551"/>
            <a:ext cx="5448300" cy="2001520"/>
          </a:xfrm>
          <a:prstGeom prst="rect">
            <a:avLst/>
          </a:prstGeom>
          <a:noFill/>
          <a:ln>
            <a:noFill/>
          </a:ln>
        </p:spPr>
      </p:pic>
      <p:pic>
        <p:nvPicPr>
          <p:cNvPr id="333" name="Google Shape;333;p13"/>
          <p:cNvPicPr preferRelativeResize="0"/>
          <p:nvPr/>
        </p:nvPicPr>
        <p:blipFill rotWithShape="1">
          <a:blip r:embed="rId4">
            <a:alphaModFix/>
          </a:blip>
          <a:srcRect b="0" l="0" r="0" t="0"/>
          <a:stretch/>
        </p:blipFill>
        <p:spPr>
          <a:xfrm>
            <a:off x="741045" y="3856986"/>
            <a:ext cx="4893945" cy="2230120"/>
          </a:xfrm>
          <a:prstGeom prst="rect">
            <a:avLst/>
          </a:prstGeom>
          <a:noFill/>
          <a:ln>
            <a:noFill/>
          </a:ln>
        </p:spPr>
      </p:pic>
      <p:pic>
        <p:nvPicPr>
          <p:cNvPr id="334" name="Google Shape;334;p13"/>
          <p:cNvPicPr preferRelativeResize="0"/>
          <p:nvPr/>
        </p:nvPicPr>
        <p:blipFill rotWithShape="1">
          <a:blip r:embed="rId5">
            <a:alphaModFix/>
          </a:blip>
          <a:srcRect b="0" l="0" r="0" t="0"/>
          <a:stretch/>
        </p:blipFill>
        <p:spPr>
          <a:xfrm>
            <a:off x="1056005" y="1516376"/>
            <a:ext cx="4460240" cy="2339340"/>
          </a:xfrm>
          <a:prstGeom prst="rect">
            <a:avLst/>
          </a:prstGeom>
          <a:noFill/>
          <a:ln>
            <a:noFill/>
          </a:ln>
        </p:spPr>
      </p:pic>
      <p:pic>
        <p:nvPicPr>
          <p:cNvPr id="335" name="Google Shape;335;p13"/>
          <p:cNvPicPr preferRelativeResize="0"/>
          <p:nvPr/>
        </p:nvPicPr>
        <p:blipFill rotWithShape="1">
          <a:blip r:embed="rId6">
            <a:alphaModFix/>
          </a:blip>
          <a:srcRect b="17635" l="0" r="0" t="14303"/>
          <a:stretch/>
        </p:blipFill>
        <p:spPr>
          <a:xfrm>
            <a:off x="7037705" y="3016246"/>
            <a:ext cx="2887980" cy="713105"/>
          </a:xfrm>
          <a:prstGeom prst="rect">
            <a:avLst/>
          </a:prstGeom>
          <a:noFill/>
          <a:ln>
            <a:noFill/>
          </a:ln>
        </p:spPr>
      </p:pic>
      <p:sp>
        <p:nvSpPr>
          <p:cNvPr id="336" name="Google Shape;336;p13"/>
          <p:cNvSpPr/>
          <p:nvPr/>
        </p:nvSpPr>
        <p:spPr>
          <a:xfrm>
            <a:off x="1002030" y="2174236"/>
            <a:ext cx="4503420" cy="287020"/>
          </a:xfrm>
          <a:prstGeom prst="rect">
            <a:avLst/>
          </a:prstGeom>
          <a:noFill/>
          <a:ln cap="flat" cmpd="sng" w="476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7" name="Google Shape;337;p13"/>
          <p:cNvSpPr/>
          <p:nvPr/>
        </p:nvSpPr>
        <p:spPr>
          <a:xfrm>
            <a:off x="1001395" y="4413881"/>
            <a:ext cx="4504690" cy="321945"/>
          </a:xfrm>
          <a:prstGeom prst="rect">
            <a:avLst/>
          </a:prstGeom>
          <a:noFill/>
          <a:ln cap="flat" cmpd="sng" w="476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8" name="Google Shape;338;p13"/>
          <p:cNvSpPr txBox="1"/>
          <p:nvPr/>
        </p:nvSpPr>
        <p:spPr>
          <a:xfrm>
            <a:off x="5934710" y="1550031"/>
            <a:ext cx="5093335" cy="15354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The Parseval’s Theorem:</a:t>
            </a:r>
            <a:endParaRPr b="1" sz="1600">
              <a:solidFill>
                <a:schemeClr val="dk1"/>
              </a:solidFill>
              <a:latin typeface="Arial"/>
              <a:ea typeface="Arial"/>
              <a:cs typeface="Arial"/>
              <a:sym typeface="Arial"/>
            </a:endParaRPr>
          </a:p>
          <a:p>
            <a:pPr indent="0" lvl="0" marL="0" marR="0" rtl="0" algn="just">
              <a:spcBef>
                <a:spcPts val="0"/>
              </a:spcBef>
              <a:spcAft>
                <a:spcPts val="0"/>
              </a:spcAft>
              <a:buNone/>
            </a:pPr>
            <a:r>
              <a:rPr lang="en-US" sz="1600">
                <a:solidFill>
                  <a:schemeClr val="dk1"/>
                </a:solidFill>
                <a:latin typeface="Arial"/>
                <a:ea typeface="Arial"/>
                <a:cs typeface="Arial"/>
                <a:sym typeface="Arial"/>
              </a:rPr>
              <a:t>The change of the amplitude, which is the weighted sum of squares of weighting sine and weighting cosine functions, is represented in the periodogram as a spectrum entropy caused by a segment ∆ti, which can be illustrated as a formulaic form:</a:t>
            </a:r>
            <a:endParaRPr/>
          </a:p>
        </p:txBody>
      </p:sp>
      <p:sp>
        <p:nvSpPr>
          <p:cNvPr id="339" name="Google Shape;339;p13"/>
          <p:cNvSpPr/>
          <p:nvPr/>
        </p:nvSpPr>
        <p:spPr>
          <a:xfrm>
            <a:off x="5788660" y="1516376"/>
            <a:ext cx="5238750" cy="2110105"/>
          </a:xfrm>
          <a:prstGeom prst="roundRect">
            <a:avLst>
              <a:gd fmla="val 16667" name="adj"/>
            </a:avLst>
          </a:prstGeom>
          <a:noFill/>
          <a:ln cap="flat" cmpd="sng" w="19050">
            <a:solidFill>
              <a:srgbClr val="42719B"/>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Arial"/>
              <a:ea typeface="Arial"/>
              <a:cs typeface="Arial"/>
              <a:sym typeface="Arial"/>
            </a:endParaRPr>
          </a:p>
        </p:txBody>
      </p:sp>
      <p:sp>
        <p:nvSpPr>
          <p:cNvPr id="340" name="Google Shape;340;p13"/>
          <p:cNvSpPr txBox="1"/>
          <p:nvPr/>
        </p:nvSpPr>
        <p:spPr>
          <a:xfrm>
            <a:off x="5779623" y="5683348"/>
            <a:ext cx="5448300" cy="9250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Periods, frequencies and contributions on variance of the k</a:t>
            </a:r>
            <a:r>
              <a:rPr baseline="30000" lang="en-US" sz="1600">
                <a:solidFill>
                  <a:schemeClr val="dk1"/>
                </a:solidFill>
                <a:latin typeface="Arial"/>
                <a:ea typeface="Arial"/>
                <a:cs typeface="Arial"/>
                <a:sym typeface="Arial"/>
              </a:rPr>
              <a:t>th</a:t>
            </a:r>
            <a:r>
              <a:rPr lang="en-US" sz="1600">
                <a:solidFill>
                  <a:schemeClr val="dk1"/>
                </a:solidFill>
                <a:latin typeface="Arial"/>
                <a:ea typeface="Arial"/>
                <a:cs typeface="Arial"/>
                <a:sym typeface="Arial"/>
              </a:rPr>
              <a:t> harmonic series.</a:t>
            </a:r>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4"/>
          <p:cNvSpPr txBox="1"/>
          <p:nvPr>
            <p:ph idx="12" type="sldNum"/>
          </p:nvPr>
        </p:nvSpPr>
        <p:spPr>
          <a:xfrm>
            <a:off x="9448800"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800"/>
          </a:p>
        </p:txBody>
      </p:sp>
      <p:grpSp>
        <p:nvGrpSpPr>
          <p:cNvPr id="348" name="Google Shape;348;p14"/>
          <p:cNvGrpSpPr/>
          <p:nvPr/>
        </p:nvGrpSpPr>
        <p:grpSpPr>
          <a:xfrm>
            <a:off x="2466936" y="2566857"/>
            <a:ext cx="10616556" cy="2553553"/>
            <a:chOff x="3580" y="3549"/>
            <a:chExt cx="9675" cy="3014"/>
          </a:xfrm>
        </p:grpSpPr>
        <p:sp>
          <p:nvSpPr>
            <p:cNvPr id="349" name="Google Shape;349;p14"/>
            <p:cNvSpPr txBox="1"/>
            <p:nvPr/>
          </p:nvSpPr>
          <p:spPr>
            <a:xfrm>
              <a:off x="6908" y="3549"/>
              <a:ext cx="6347" cy="30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chemeClr val="dk1"/>
                  </a:solidFill>
                  <a:latin typeface="Microsoft Yahei"/>
                  <a:ea typeface="Microsoft Yahei"/>
                  <a:cs typeface="Microsoft Yahei"/>
                  <a:sym typeface="Microsoft Yahei"/>
                </a:rPr>
                <a:t>Prospects on Application</a:t>
              </a:r>
              <a:endParaRPr b="1" sz="4000">
                <a:solidFill>
                  <a:schemeClr val="dk1"/>
                </a:solidFill>
                <a:latin typeface="Microsoft Yahei"/>
                <a:ea typeface="Microsoft Yahei"/>
                <a:cs typeface="Microsoft Yahei"/>
                <a:sym typeface="Microsoft Yahei"/>
              </a:endParaRPr>
            </a:p>
            <a:p>
              <a:pPr indent="0" lvl="0" marL="0" marR="0" rtl="0" algn="l">
                <a:spcBef>
                  <a:spcPts val="0"/>
                </a:spcBef>
                <a:spcAft>
                  <a:spcPts val="0"/>
                </a:spcAft>
                <a:buNone/>
              </a:pPr>
              <a:r>
                <a:t/>
              </a:r>
              <a:endParaRPr b="1" sz="4000">
                <a:solidFill>
                  <a:schemeClr val="dk1"/>
                </a:solidFill>
                <a:latin typeface="Microsoft Yahei"/>
                <a:ea typeface="Microsoft Yahei"/>
                <a:cs typeface="Microsoft Yahei"/>
                <a:sym typeface="Microsoft Yahei"/>
              </a:endParaRPr>
            </a:p>
            <a:p>
              <a:pPr indent="0" lvl="0" marL="0" marR="0" rtl="0" algn="l">
                <a:spcBef>
                  <a:spcPts val="0"/>
                </a:spcBef>
                <a:spcAft>
                  <a:spcPts val="0"/>
                </a:spcAft>
                <a:buNone/>
              </a:pPr>
              <a:r>
                <a:rPr b="1" lang="en-US" sz="4000">
                  <a:solidFill>
                    <a:schemeClr val="dk1"/>
                  </a:solidFill>
                  <a:latin typeface="Microsoft Yahei"/>
                  <a:ea typeface="Microsoft Yahei"/>
                  <a:cs typeface="Microsoft Yahei"/>
                  <a:sym typeface="Microsoft Yahei"/>
                </a:rPr>
                <a:t> </a:t>
              </a:r>
              <a:endParaRPr/>
            </a:p>
          </p:txBody>
        </p:sp>
        <p:sp>
          <p:nvSpPr>
            <p:cNvPr id="350" name="Google Shape;350;p14"/>
            <p:cNvSpPr txBox="1"/>
            <p:nvPr/>
          </p:nvSpPr>
          <p:spPr>
            <a:xfrm>
              <a:off x="4937" y="3839"/>
              <a:ext cx="1548" cy="127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1"/>
                  </a:solidFill>
                  <a:latin typeface="Arial"/>
                  <a:ea typeface="Arial"/>
                  <a:cs typeface="Arial"/>
                  <a:sym typeface="Arial"/>
                </a:rPr>
                <a:t>PART  03</a:t>
              </a:r>
              <a:endParaRPr/>
            </a:p>
          </p:txBody>
        </p:sp>
        <p:sp>
          <p:nvSpPr>
            <p:cNvPr id="351" name="Google Shape;351;p14"/>
            <p:cNvSpPr/>
            <p:nvPr/>
          </p:nvSpPr>
          <p:spPr>
            <a:xfrm>
              <a:off x="3580" y="3549"/>
              <a:ext cx="934" cy="1270"/>
            </a:xfrm>
            <a:custGeom>
              <a:rect b="b" l="l" r="r" t="t"/>
              <a:pathLst>
                <a:path extrusionOk="0" h="540" w="314">
                  <a:moveTo>
                    <a:pt x="287" y="134"/>
                  </a:moveTo>
                  <a:cubicBezTo>
                    <a:pt x="314" y="144"/>
                    <a:pt x="314" y="144"/>
                    <a:pt x="314" y="144"/>
                  </a:cubicBezTo>
                  <a:cubicBezTo>
                    <a:pt x="275" y="254"/>
                    <a:pt x="275" y="254"/>
                    <a:pt x="275" y="254"/>
                  </a:cubicBezTo>
                  <a:cubicBezTo>
                    <a:pt x="244" y="254"/>
                    <a:pt x="244" y="254"/>
                    <a:pt x="244" y="254"/>
                  </a:cubicBezTo>
                  <a:lnTo>
                    <a:pt x="287" y="134"/>
                  </a:lnTo>
                  <a:close/>
                  <a:moveTo>
                    <a:pt x="306" y="50"/>
                  </a:moveTo>
                  <a:cubicBezTo>
                    <a:pt x="306" y="44"/>
                    <a:pt x="302" y="42"/>
                    <a:pt x="298" y="47"/>
                  </a:cubicBezTo>
                  <a:cubicBezTo>
                    <a:pt x="258" y="88"/>
                    <a:pt x="258" y="88"/>
                    <a:pt x="258" y="88"/>
                  </a:cubicBezTo>
                  <a:cubicBezTo>
                    <a:pt x="311" y="107"/>
                    <a:pt x="311" y="107"/>
                    <a:pt x="311" y="107"/>
                  </a:cubicBezTo>
                  <a:lnTo>
                    <a:pt x="306" y="50"/>
                  </a:lnTo>
                  <a:close/>
                  <a:moveTo>
                    <a:pt x="213" y="254"/>
                  </a:moveTo>
                  <a:cubicBezTo>
                    <a:pt x="260" y="124"/>
                    <a:pt x="260" y="124"/>
                    <a:pt x="260" y="124"/>
                  </a:cubicBezTo>
                  <a:cubicBezTo>
                    <a:pt x="233" y="114"/>
                    <a:pt x="233" y="114"/>
                    <a:pt x="233" y="114"/>
                  </a:cubicBezTo>
                  <a:cubicBezTo>
                    <a:pt x="183" y="254"/>
                    <a:pt x="183" y="254"/>
                    <a:pt x="183" y="254"/>
                  </a:cubicBezTo>
                  <a:lnTo>
                    <a:pt x="213" y="254"/>
                  </a:lnTo>
                  <a:close/>
                  <a:moveTo>
                    <a:pt x="7" y="68"/>
                  </a:moveTo>
                  <a:cubicBezTo>
                    <a:pt x="0" y="42"/>
                    <a:pt x="16" y="14"/>
                    <a:pt x="42" y="7"/>
                  </a:cubicBezTo>
                  <a:cubicBezTo>
                    <a:pt x="69" y="0"/>
                    <a:pt x="96" y="16"/>
                    <a:pt x="103" y="42"/>
                  </a:cubicBezTo>
                  <a:cubicBezTo>
                    <a:pt x="159" y="254"/>
                    <a:pt x="159" y="254"/>
                    <a:pt x="159" y="254"/>
                  </a:cubicBezTo>
                  <a:cubicBezTo>
                    <a:pt x="56" y="254"/>
                    <a:pt x="56" y="254"/>
                    <a:pt x="56" y="254"/>
                  </a:cubicBezTo>
                  <a:lnTo>
                    <a:pt x="7" y="68"/>
                  </a:lnTo>
                  <a:close/>
                  <a:moveTo>
                    <a:pt x="43" y="59"/>
                  </a:moveTo>
                  <a:cubicBezTo>
                    <a:pt x="78" y="187"/>
                    <a:pt x="78" y="187"/>
                    <a:pt x="78" y="187"/>
                  </a:cubicBezTo>
                  <a:cubicBezTo>
                    <a:pt x="79" y="193"/>
                    <a:pt x="86" y="197"/>
                    <a:pt x="93" y="195"/>
                  </a:cubicBezTo>
                  <a:cubicBezTo>
                    <a:pt x="99" y="194"/>
                    <a:pt x="103" y="187"/>
                    <a:pt x="102" y="181"/>
                  </a:cubicBezTo>
                  <a:cubicBezTo>
                    <a:pt x="67" y="53"/>
                    <a:pt x="67" y="53"/>
                    <a:pt x="67" y="53"/>
                  </a:cubicBezTo>
                  <a:cubicBezTo>
                    <a:pt x="66" y="46"/>
                    <a:pt x="59" y="43"/>
                    <a:pt x="52" y="44"/>
                  </a:cubicBezTo>
                  <a:cubicBezTo>
                    <a:pt x="46" y="46"/>
                    <a:pt x="42" y="53"/>
                    <a:pt x="43" y="59"/>
                  </a:cubicBezTo>
                  <a:close/>
                  <a:moveTo>
                    <a:pt x="292" y="274"/>
                  </a:moveTo>
                  <a:cubicBezTo>
                    <a:pt x="22" y="274"/>
                    <a:pt x="22" y="274"/>
                    <a:pt x="22" y="274"/>
                  </a:cubicBezTo>
                  <a:cubicBezTo>
                    <a:pt x="13" y="274"/>
                    <a:pt x="6" y="279"/>
                    <a:pt x="6" y="286"/>
                  </a:cubicBezTo>
                  <a:cubicBezTo>
                    <a:pt x="6" y="292"/>
                    <a:pt x="13" y="297"/>
                    <a:pt x="22" y="298"/>
                  </a:cubicBezTo>
                  <a:cubicBezTo>
                    <a:pt x="52" y="516"/>
                    <a:pt x="52" y="516"/>
                    <a:pt x="52" y="516"/>
                  </a:cubicBezTo>
                  <a:cubicBezTo>
                    <a:pt x="44" y="517"/>
                    <a:pt x="38" y="522"/>
                    <a:pt x="38" y="528"/>
                  </a:cubicBezTo>
                  <a:cubicBezTo>
                    <a:pt x="38" y="534"/>
                    <a:pt x="46" y="540"/>
                    <a:pt x="55" y="540"/>
                  </a:cubicBezTo>
                  <a:cubicBezTo>
                    <a:pt x="260" y="540"/>
                    <a:pt x="260" y="540"/>
                    <a:pt x="260" y="540"/>
                  </a:cubicBezTo>
                  <a:cubicBezTo>
                    <a:pt x="269" y="540"/>
                    <a:pt x="276" y="534"/>
                    <a:pt x="276" y="528"/>
                  </a:cubicBezTo>
                  <a:cubicBezTo>
                    <a:pt x="276" y="522"/>
                    <a:pt x="270" y="517"/>
                    <a:pt x="262" y="516"/>
                  </a:cubicBezTo>
                  <a:cubicBezTo>
                    <a:pt x="293" y="298"/>
                    <a:pt x="293" y="298"/>
                    <a:pt x="293" y="298"/>
                  </a:cubicBezTo>
                  <a:cubicBezTo>
                    <a:pt x="302" y="297"/>
                    <a:pt x="309" y="292"/>
                    <a:pt x="309" y="286"/>
                  </a:cubicBezTo>
                  <a:cubicBezTo>
                    <a:pt x="309" y="279"/>
                    <a:pt x="301" y="274"/>
                    <a:pt x="292" y="274"/>
                  </a:cubicBezTo>
                  <a:close/>
                  <a:moveTo>
                    <a:pt x="94" y="508"/>
                  </a:moveTo>
                  <a:cubicBezTo>
                    <a:pt x="94" y="508"/>
                    <a:pt x="93" y="508"/>
                    <a:pt x="92" y="508"/>
                  </a:cubicBezTo>
                  <a:cubicBezTo>
                    <a:pt x="87" y="508"/>
                    <a:pt x="82" y="504"/>
                    <a:pt x="81" y="498"/>
                  </a:cubicBezTo>
                  <a:cubicBezTo>
                    <a:pt x="55" y="312"/>
                    <a:pt x="55" y="312"/>
                    <a:pt x="55" y="312"/>
                  </a:cubicBezTo>
                  <a:cubicBezTo>
                    <a:pt x="54" y="306"/>
                    <a:pt x="58" y="300"/>
                    <a:pt x="64" y="300"/>
                  </a:cubicBezTo>
                  <a:cubicBezTo>
                    <a:pt x="70" y="299"/>
                    <a:pt x="76" y="303"/>
                    <a:pt x="77" y="309"/>
                  </a:cubicBezTo>
                  <a:cubicBezTo>
                    <a:pt x="104" y="495"/>
                    <a:pt x="104" y="495"/>
                    <a:pt x="104" y="495"/>
                  </a:cubicBezTo>
                  <a:cubicBezTo>
                    <a:pt x="105" y="501"/>
                    <a:pt x="100" y="507"/>
                    <a:pt x="94" y="508"/>
                  </a:cubicBezTo>
                  <a:close/>
                </a:path>
              </a:pathLst>
            </a:custGeom>
            <a:solidFill>
              <a:srgbClr val="76D1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2" name="Google Shape;352;p14"/>
          <p:cNvSpPr/>
          <p:nvPr/>
        </p:nvSpPr>
        <p:spPr>
          <a:xfrm>
            <a:off x="8958805" y="40175"/>
            <a:ext cx="3233195" cy="84495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cxnSp>
        <p:nvCxnSpPr>
          <p:cNvPr id="359" name="Google Shape;359;p15"/>
          <p:cNvCxnSpPr/>
          <p:nvPr/>
        </p:nvCxnSpPr>
        <p:spPr>
          <a:xfrm>
            <a:off x="323088" y="783575"/>
            <a:ext cx="11468100" cy="0"/>
          </a:xfrm>
          <a:prstGeom prst="straightConnector1">
            <a:avLst/>
          </a:prstGeom>
          <a:noFill/>
          <a:ln cap="flat" cmpd="sng" w="28575">
            <a:solidFill>
              <a:schemeClr val="accent3"/>
            </a:solidFill>
            <a:prstDash val="solid"/>
            <a:round/>
            <a:headEnd len="sm" w="sm" type="none"/>
            <a:tailEnd len="sm" w="sm" type="none"/>
          </a:ln>
          <a:effectLst>
            <a:outerShdw blurRad="50800" rotWithShape="0" algn="bl" dir="18900000" dist="38100">
              <a:srgbClr val="000000">
                <a:alpha val="40000"/>
              </a:srgbClr>
            </a:outerShdw>
          </a:effectLst>
        </p:spPr>
      </p:cxnSp>
      <p:sp>
        <p:nvSpPr>
          <p:cNvPr id="360" name="Google Shape;360;p15"/>
          <p:cNvSpPr txBox="1"/>
          <p:nvPr/>
        </p:nvSpPr>
        <p:spPr>
          <a:xfrm>
            <a:off x="3533140" y="121920"/>
            <a:ext cx="9597390" cy="6140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5D98"/>
                </a:solidFill>
                <a:latin typeface="Microsoft Yahei"/>
                <a:ea typeface="Microsoft Yahei"/>
                <a:cs typeface="Microsoft Yahei"/>
                <a:sym typeface="Microsoft Yahei"/>
              </a:rPr>
              <a:t>Prospects on Application </a:t>
            </a:r>
            <a:endParaRPr/>
          </a:p>
        </p:txBody>
      </p:sp>
      <p:grpSp>
        <p:nvGrpSpPr>
          <p:cNvPr id="361" name="Google Shape;361;p15"/>
          <p:cNvGrpSpPr/>
          <p:nvPr/>
        </p:nvGrpSpPr>
        <p:grpSpPr>
          <a:xfrm>
            <a:off x="754101" y="1480185"/>
            <a:ext cx="11151513" cy="4953000"/>
            <a:chOff x="1596" y="2002"/>
            <a:chExt cx="16364" cy="7800"/>
          </a:xfrm>
        </p:grpSpPr>
        <p:sp>
          <p:nvSpPr>
            <p:cNvPr id="362" name="Google Shape;362;p15"/>
            <p:cNvSpPr/>
            <p:nvPr/>
          </p:nvSpPr>
          <p:spPr>
            <a:xfrm flipH="1">
              <a:off x="1596" y="2002"/>
              <a:ext cx="15600" cy="7800"/>
            </a:xfrm>
            <a:prstGeom prst="rect">
              <a:avLst/>
            </a:prstGeom>
            <a:solidFill>
              <a:schemeClr val="lt1"/>
            </a:solidFill>
            <a:ln>
              <a:noFill/>
            </a:ln>
            <a:effectLst>
              <a:outerShdw blurRad="3556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Albion St ) and BspArn(Arnside</a:t>
              </a:r>
              <a:endParaRPr/>
            </a:p>
          </p:txBody>
        </p:sp>
        <p:sp>
          <p:nvSpPr>
            <p:cNvPr id="363" name="Google Shape;363;p15"/>
            <p:cNvSpPr txBox="1"/>
            <p:nvPr/>
          </p:nvSpPr>
          <p:spPr>
            <a:xfrm>
              <a:off x="2561" y="8442"/>
              <a:ext cx="15399" cy="6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Microsoft Yahei"/>
                <a:ea typeface="Microsoft Yahei"/>
                <a:cs typeface="Microsoft Yahei"/>
                <a:sym typeface="Microsoft Yahei"/>
              </a:endParaRPr>
            </a:p>
          </p:txBody>
        </p:sp>
      </p:grpSp>
      <p:cxnSp>
        <p:nvCxnSpPr>
          <p:cNvPr id="364" name="Google Shape;364;p15"/>
          <p:cNvCxnSpPr/>
          <p:nvPr/>
        </p:nvCxnSpPr>
        <p:spPr>
          <a:xfrm>
            <a:off x="768719" y="3082858"/>
            <a:ext cx="10554900" cy="0"/>
          </a:xfrm>
          <a:prstGeom prst="straightConnector1">
            <a:avLst/>
          </a:prstGeom>
          <a:noFill/>
          <a:ln cap="flat" cmpd="sng" w="76200">
            <a:solidFill>
              <a:srgbClr val="3A3838"/>
            </a:solidFill>
            <a:prstDash val="solid"/>
            <a:round/>
            <a:headEnd len="sm" w="sm" type="none"/>
            <a:tailEnd len="med" w="med" type="triangle"/>
          </a:ln>
        </p:spPr>
      </p:cxnSp>
      <p:grpSp>
        <p:nvGrpSpPr>
          <p:cNvPr id="365" name="Google Shape;365;p15"/>
          <p:cNvGrpSpPr/>
          <p:nvPr/>
        </p:nvGrpSpPr>
        <p:grpSpPr>
          <a:xfrm>
            <a:off x="880157" y="2647847"/>
            <a:ext cx="906067" cy="921712"/>
            <a:chOff x="5047679" y="2203054"/>
            <a:chExt cx="1258426" cy="1280156"/>
          </a:xfrm>
        </p:grpSpPr>
        <p:sp>
          <p:nvSpPr>
            <p:cNvPr id="366" name="Google Shape;366;p15"/>
            <p:cNvSpPr/>
            <p:nvPr/>
          </p:nvSpPr>
          <p:spPr>
            <a:xfrm>
              <a:off x="5332911" y="2511628"/>
              <a:ext cx="709569" cy="709569"/>
            </a:xfrm>
            <a:prstGeom prst="ellipse">
              <a:avLst/>
            </a:prstGeom>
            <a:solidFill>
              <a:schemeClr val="lt1"/>
            </a:solidFill>
            <a:ln cap="flat" cmpd="sng" w="38100">
              <a:solidFill>
                <a:srgbClr val="5B9B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2E75B5"/>
                </a:solidFill>
                <a:latin typeface="Arial"/>
                <a:ea typeface="Arial"/>
                <a:cs typeface="Arial"/>
                <a:sym typeface="Arial"/>
              </a:endParaRPr>
            </a:p>
          </p:txBody>
        </p:sp>
        <p:sp>
          <p:nvSpPr>
            <p:cNvPr id="367" name="Google Shape;367;p15"/>
            <p:cNvSpPr/>
            <p:nvPr/>
          </p:nvSpPr>
          <p:spPr>
            <a:xfrm>
              <a:off x="5424101" y="2604792"/>
              <a:ext cx="538389" cy="53838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2E75B5"/>
                </a:solidFill>
                <a:latin typeface="Arial"/>
                <a:ea typeface="Arial"/>
                <a:cs typeface="Arial"/>
                <a:sym typeface="Arial"/>
              </a:endParaRPr>
            </a:p>
          </p:txBody>
        </p:sp>
        <p:sp>
          <p:nvSpPr>
            <p:cNvPr id="368" name="Google Shape;368;p15"/>
            <p:cNvSpPr/>
            <p:nvPr/>
          </p:nvSpPr>
          <p:spPr>
            <a:xfrm rot="-2746382">
              <a:off x="5227281" y="2413386"/>
              <a:ext cx="899222" cy="880871"/>
            </a:xfrm>
            <a:prstGeom prst="arc">
              <a:avLst>
                <a:gd fmla="val 16200000" name="adj1"/>
                <a:gd fmla="val 0" name="adj2"/>
              </a:avLst>
            </a:prstGeom>
            <a:noFill/>
            <a:ln cap="flat" cmpd="sng" w="38100">
              <a:solidFill>
                <a:srgbClr val="5B9B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69" name="Google Shape;369;p15"/>
            <p:cNvCxnSpPr/>
            <p:nvPr/>
          </p:nvCxnSpPr>
          <p:spPr>
            <a:xfrm rot="10800000">
              <a:off x="5687695" y="2203054"/>
              <a:ext cx="4494" cy="220559"/>
            </a:xfrm>
            <a:prstGeom prst="straightConnector1">
              <a:avLst/>
            </a:prstGeom>
            <a:noFill/>
            <a:ln cap="flat" cmpd="sng" w="28575">
              <a:solidFill>
                <a:srgbClr val="5B9BD5"/>
              </a:solidFill>
              <a:prstDash val="solid"/>
              <a:round/>
              <a:headEnd len="sm" w="sm" type="none"/>
              <a:tailEnd len="med" w="med" type="triangle"/>
            </a:ln>
          </p:spPr>
        </p:cxnSp>
      </p:grpSp>
      <p:sp>
        <p:nvSpPr>
          <p:cNvPr id="370" name="Google Shape;370;p15"/>
          <p:cNvSpPr txBox="1"/>
          <p:nvPr/>
        </p:nvSpPr>
        <p:spPr>
          <a:xfrm>
            <a:off x="6583187" y="4813300"/>
            <a:ext cx="4521600" cy="3684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Microsoft Yahei"/>
                <a:ea typeface="Microsoft Yahei"/>
                <a:cs typeface="Microsoft Yahei"/>
                <a:sym typeface="Microsoft Yahei"/>
              </a:rPr>
              <a:t>Time series analysis</a:t>
            </a:r>
            <a:endParaRPr/>
          </a:p>
        </p:txBody>
      </p:sp>
      <p:grpSp>
        <p:nvGrpSpPr>
          <p:cNvPr id="371" name="Google Shape;371;p15"/>
          <p:cNvGrpSpPr/>
          <p:nvPr/>
        </p:nvGrpSpPr>
        <p:grpSpPr>
          <a:xfrm rot="10800000">
            <a:off x="6336022" y="2628425"/>
            <a:ext cx="906067" cy="921712"/>
            <a:chOff x="5047679" y="2203054"/>
            <a:chExt cx="1258426" cy="1280156"/>
          </a:xfrm>
        </p:grpSpPr>
        <p:sp>
          <p:nvSpPr>
            <p:cNvPr id="372" name="Google Shape;372;p15"/>
            <p:cNvSpPr/>
            <p:nvPr/>
          </p:nvSpPr>
          <p:spPr>
            <a:xfrm>
              <a:off x="5332911" y="2511628"/>
              <a:ext cx="709569" cy="709569"/>
            </a:xfrm>
            <a:prstGeom prst="ellipse">
              <a:avLst/>
            </a:prstGeom>
            <a:solidFill>
              <a:schemeClr val="lt1"/>
            </a:solidFill>
            <a:ln cap="flat" cmpd="sng" w="38100">
              <a:solidFill>
                <a:srgbClr val="5B9B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2E75B5"/>
                </a:solidFill>
                <a:latin typeface="Arial"/>
                <a:ea typeface="Arial"/>
                <a:cs typeface="Arial"/>
                <a:sym typeface="Arial"/>
              </a:endParaRPr>
            </a:p>
          </p:txBody>
        </p:sp>
        <p:sp>
          <p:nvSpPr>
            <p:cNvPr id="373" name="Google Shape;373;p15"/>
            <p:cNvSpPr/>
            <p:nvPr/>
          </p:nvSpPr>
          <p:spPr>
            <a:xfrm>
              <a:off x="5424101" y="2604792"/>
              <a:ext cx="538389" cy="53838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2E75B5"/>
                </a:solidFill>
                <a:latin typeface="Arial"/>
                <a:ea typeface="Arial"/>
                <a:cs typeface="Arial"/>
                <a:sym typeface="Arial"/>
              </a:endParaRPr>
            </a:p>
          </p:txBody>
        </p:sp>
        <p:sp>
          <p:nvSpPr>
            <p:cNvPr id="374" name="Google Shape;374;p15"/>
            <p:cNvSpPr/>
            <p:nvPr/>
          </p:nvSpPr>
          <p:spPr>
            <a:xfrm rot="-2746382">
              <a:off x="5227281" y="2413386"/>
              <a:ext cx="899222" cy="880871"/>
            </a:xfrm>
            <a:prstGeom prst="arc">
              <a:avLst>
                <a:gd fmla="val 16200000" name="adj1"/>
                <a:gd fmla="val 0" name="adj2"/>
              </a:avLst>
            </a:prstGeom>
            <a:noFill/>
            <a:ln cap="flat" cmpd="sng" w="38100">
              <a:solidFill>
                <a:srgbClr val="5B9B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75" name="Google Shape;375;p15"/>
            <p:cNvCxnSpPr/>
            <p:nvPr/>
          </p:nvCxnSpPr>
          <p:spPr>
            <a:xfrm rot="10800000">
              <a:off x="5687695" y="2203054"/>
              <a:ext cx="4494" cy="220559"/>
            </a:xfrm>
            <a:prstGeom prst="straightConnector1">
              <a:avLst/>
            </a:prstGeom>
            <a:noFill/>
            <a:ln cap="flat" cmpd="sng" w="28575">
              <a:solidFill>
                <a:srgbClr val="5B9BD5"/>
              </a:solidFill>
              <a:prstDash val="solid"/>
              <a:round/>
              <a:headEnd len="sm" w="sm" type="none"/>
              <a:tailEnd len="med" w="med" type="triangle"/>
            </a:ln>
          </p:spPr>
        </p:cxnSp>
      </p:grpSp>
      <p:sp>
        <p:nvSpPr>
          <p:cNvPr id="376" name="Google Shape;376;p15"/>
          <p:cNvSpPr txBox="1"/>
          <p:nvPr/>
        </p:nvSpPr>
        <p:spPr>
          <a:xfrm>
            <a:off x="2777517" y="2527736"/>
            <a:ext cx="3151500" cy="52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Microsoft Yahei"/>
                <a:ea typeface="Microsoft Yahei"/>
                <a:cs typeface="Microsoft Yahei"/>
                <a:sym typeface="Microsoft Yahei"/>
              </a:rPr>
              <a:t>For next step:  </a:t>
            </a:r>
            <a:r>
              <a:rPr b="1" lang="en-US" sz="2000">
                <a:solidFill>
                  <a:schemeClr val="dk1"/>
                </a:solidFill>
                <a:latin typeface="Microsoft Yahei"/>
                <a:ea typeface="Microsoft Yahei"/>
                <a:cs typeface="Microsoft Yahei"/>
                <a:sym typeface="Microsoft Yahei"/>
              </a:rPr>
              <a:t>  </a:t>
            </a:r>
            <a:endParaRPr sz="2000">
              <a:solidFill>
                <a:schemeClr val="dk1"/>
              </a:solidFill>
              <a:latin typeface="Microsoft Yahei"/>
              <a:ea typeface="Microsoft Yahei"/>
              <a:cs typeface="Microsoft Yahei"/>
              <a:sym typeface="Microsoft Yahei"/>
            </a:endParaRPr>
          </a:p>
        </p:txBody>
      </p:sp>
      <p:sp>
        <p:nvSpPr>
          <p:cNvPr id="377" name="Google Shape;377;p15"/>
          <p:cNvSpPr txBox="1"/>
          <p:nvPr/>
        </p:nvSpPr>
        <p:spPr>
          <a:xfrm>
            <a:off x="6583187" y="3674745"/>
            <a:ext cx="4659600" cy="9219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Microsoft Yahei"/>
                <a:ea typeface="Microsoft Yahei"/>
                <a:cs typeface="Microsoft Yahei"/>
                <a:sym typeface="Microsoft Yahei"/>
              </a:rPr>
              <a:t>Complete data analysis process  for time-dependent covariates in regression modeling</a:t>
            </a:r>
            <a:endParaRPr b="1" sz="1800">
              <a:solidFill>
                <a:schemeClr val="dk1"/>
              </a:solidFill>
              <a:latin typeface="Microsoft Yahei"/>
              <a:ea typeface="Microsoft Yahei"/>
              <a:cs typeface="Microsoft Yahei"/>
              <a:sym typeface="Microsoft Yahei"/>
            </a:endParaRPr>
          </a:p>
        </p:txBody>
      </p:sp>
      <p:sp>
        <p:nvSpPr>
          <p:cNvPr id="378" name="Google Shape;378;p15"/>
          <p:cNvSpPr txBox="1"/>
          <p:nvPr/>
        </p:nvSpPr>
        <p:spPr>
          <a:xfrm>
            <a:off x="6583187" y="5398135"/>
            <a:ext cx="4521600" cy="3684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Microsoft Yahei"/>
                <a:ea typeface="Microsoft Yahei"/>
                <a:cs typeface="Microsoft Yahei"/>
                <a:sym typeface="Microsoft Yahei"/>
              </a:rPr>
              <a:t>Study oscillations for periodicity </a:t>
            </a:r>
            <a:endParaRPr b="1" sz="1800">
              <a:solidFill>
                <a:schemeClr val="dk1"/>
              </a:solidFill>
              <a:latin typeface="Microsoft Yahei"/>
              <a:ea typeface="Microsoft Yahei"/>
              <a:cs typeface="Microsoft Yahei"/>
              <a:sym typeface="Microsoft Yahei"/>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grpSp>
        <p:nvGrpSpPr>
          <p:cNvPr id="383" name="Google Shape;383;p16"/>
          <p:cNvGrpSpPr/>
          <p:nvPr/>
        </p:nvGrpSpPr>
        <p:grpSpPr>
          <a:xfrm>
            <a:off x="768350" y="1075690"/>
            <a:ext cx="11175365" cy="5007610"/>
            <a:chOff x="1561" y="2002"/>
            <a:chExt cx="16399" cy="7886"/>
          </a:xfrm>
        </p:grpSpPr>
        <p:sp>
          <p:nvSpPr>
            <p:cNvPr id="384" name="Google Shape;384;p16"/>
            <p:cNvSpPr/>
            <p:nvPr/>
          </p:nvSpPr>
          <p:spPr>
            <a:xfrm flipH="1">
              <a:off x="1561" y="2002"/>
              <a:ext cx="15635" cy="7886"/>
            </a:xfrm>
            <a:prstGeom prst="rect">
              <a:avLst/>
            </a:prstGeom>
            <a:solidFill>
              <a:schemeClr val="lt1"/>
            </a:solidFill>
            <a:ln>
              <a:noFill/>
            </a:ln>
            <a:effectLst>
              <a:outerShdw blurRad="3556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Albion St ) and BspArn(Arnside</a:t>
              </a:r>
              <a:endParaRPr/>
            </a:p>
          </p:txBody>
        </p:sp>
        <p:sp>
          <p:nvSpPr>
            <p:cNvPr id="385" name="Google Shape;385;p16"/>
            <p:cNvSpPr txBox="1"/>
            <p:nvPr/>
          </p:nvSpPr>
          <p:spPr>
            <a:xfrm>
              <a:off x="2561" y="8442"/>
              <a:ext cx="15399" cy="6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Microsoft Yahei"/>
                <a:ea typeface="Microsoft Yahei"/>
                <a:cs typeface="Microsoft Yahei"/>
                <a:sym typeface="Microsoft Yahei"/>
              </a:endParaRPr>
            </a:p>
          </p:txBody>
        </p:sp>
      </p:grpSp>
      <p:pic>
        <p:nvPicPr>
          <p:cNvPr id="386" name="Google Shape;386;p16"/>
          <p:cNvPicPr preferRelativeResize="0"/>
          <p:nvPr/>
        </p:nvPicPr>
        <p:blipFill rotWithShape="1">
          <a:blip r:embed="rId3">
            <a:alphaModFix/>
          </a:blip>
          <a:srcRect b="0" l="0" r="0" t="0"/>
          <a:stretch/>
        </p:blipFill>
        <p:spPr>
          <a:xfrm>
            <a:off x="768350" y="1158240"/>
            <a:ext cx="3399155" cy="2512695"/>
          </a:xfrm>
          <a:prstGeom prst="rect">
            <a:avLst/>
          </a:prstGeom>
          <a:noFill/>
          <a:ln>
            <a:noFill/>
          </a:ln>
        </p:spPr>
      </p:pic>
      <p:sp>
        <p:nvSpPr>
          <p:cNvPr id="387" name="Google Shape;387;p16"/>
          <p:cNvSpPr txBox="1"/>
          <p:nvPr/>
        </p:nvSpPr>
        <p:spPr>
          <a:xfrm>
            <a:off x="3413760" y="2733040"/>
            <a:ext cx="6223000" cy="2084070"/>
          </a:xfrm>
          <a:prstGeom prst="rect">
            <a:avLst/>
          </a:prstGeom>
          <a:noFill/>
          <a:ln>
            <a:noFill/>
          </a:ln>
        </p:spPr>
        <p:txBody>
          <a:bodyPr anchorCtr="0" anchor="t" bIns="45700" lIns="91425" spcFirstLastPara="1" rIns="91425" wrap="square" tIns="45700">
            <a:noAutofit/>
          </a:bodyPr>
          <a:lstStyle/>
          <a:p>
            <a:pPr indent="0" lvl="0" marL="0" marR="0" rtl="0" algn="ctr">
              <a:lnSpc>
                <a:spcPct val="130000"/>
              </a:lnSpc>
              <a:spcBef>
                <a:spcPts val="0"/>
              </a:spcBef>
              <a:spcAft>
                <a:spcPts val="0"/>
              </a:spcAft>
              <a:buClr>
                <a:srgbClr val="000000"/>
              </a:buClr>
              <a:buSzPts val="4000"/>
              <a:buFont typeface="Arial"/>
              <a:buNone/>
            </a:pPr>
            <a:r>
              <a:rPr b="1" lang="en-US" sz="4000">
                <a:solidFill>
                  <a:srgbClr val="000000"/>
                </a:solidFill>
                <a:latin typeface="Microsoft Yahei"/>
                <a:ea typeface="Microsoft Yahei"/>
                <a:cs typeface="Microsoft Yahei"/>
                <a:sym typeface="Microsoft Yahei"/>
              </a:rPr>
              <a:t>THANKS FOR YOUR WATCHING!</a:t>
            </a:r>
            <a:endParaRPr/>
          </a:p>
        </p:txBody>
      </p:sp>
      <p:pic>
        <p:nvPicPr>
          <p:cNvPr id="388" name="Google Shape;388;p16"/>
          <p:cNvPicPr preferRelativeResize="0"/>
          <p:nvPr/>
        </p:nvPicPr>
        <p:blipFill rotWithShape="1">
          <a:blip r:embed="rId4">
            <a:alphaModFix/>
          </a:blip>
          <a:srcRect b="0" l="0" r="0" t="0"/>
          <a:stretch/>
        </p:blipFill>
        <p:spPr>
          <a:xfrm>
            <a:off x="9107170" y="4938395"/>
            <a:ext cx="1848485" cy="889635"/>
          </a:xfrm>
          <a:prstGeom prst="rect">
            <a:avLst/>
          </a:prstGeom>
          <a:noFill/>
          <a:ln>
            <a:noFill/>
          </a:ln>
        </p:spPr>
      </p:pic>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2014-10-29T09:18:00Z</dcterms:created>
  <dc:creator>胡晨浩</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2052-11.1.0.12598</vt:lpwstr>
  </property>
  <property fmtid="{D5CDD505-2E9C-101B-9397-08002B2CF9AE}" pid="3" name="ICV">
    <vt:lpwstr>1D43C8C968624265A2D5926D7C0899F0</vt:lpwstr>
  </property>
</Properties>
</file>